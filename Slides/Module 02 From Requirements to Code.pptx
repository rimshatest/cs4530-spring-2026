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485" r:id="rId2"/>
    <p:sldId id="396" r:id="rId3"/>
    <p:sldId id="523" r:id="rId4"/>
    <p:sldId id="397" r:id="rId5"/>
    <p:sldId id="543" r:id="rId6"/>
    <p:sldId id="524" r:id="rId7"/>
    <p:sldId id="552" r:id="rId8"/>
    <p:sldId id="553" r:id="rId9"/>
    <p:sldId id="526" r:id="rId10"/>
    <p:sldId id="527" r:id="rId11"/>
    <p:sldId id="559" r:id="rId12"/>
    <p:sldId id="560" r:id="rId13"/>
    <p:sldId id="554" r:id="rId14"/>
    <p:sldId id="558" r:id="rId15"/>
    <p:sldId id="561" r:id="rId16"/>
    <p:sldId id="528" r:id="rId17"/>
    <p:sldId id="562" r:id="rId18"/>
    <p:sldId id="530" r:id="rId19"/>
    <p:sldId id="535" r:id="rId20"/>
    <p:sldId id="536" r:id="rId21"/>
    <p:sldId id="537" r:id="rId22"/>
    <p:sldId id="538" r:id="rId23"/>
    <p:sldId id="539" r:id="rId24"/>
    <p:sldId id="540" r:id="rId25"/>
    <p:sldId id="541" r:id="rId26"/>
    <p:sldId id="563" r:id="rId27"/>
    <p:sldId id="544" r:id="rId28"/>
    <p:sldId id="549" r:id="rId29"/>
    <p:sldId id="547" r:id="rId30"/>
  </p:sldIdLst>
  <p:sldSz cx="12192000" cy="6858000"/>
  <p:notesSz cx="6858000" cy="9144000"/>
  <p:embeddedFontLst>
    <p:embeddedFont>
      <p:font typeface="Consolas" panose="020B0609020204030204" pitchFamily="49"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397"/>
            <p14:sldId id="543"/>
            <p14:sldId id="524"/>
            <p14:sldId id="552"/>
            <p14:sldId id="553"/>
            <p14:sldId id="526"/>
            <p14:sldId id="527"/>
            <p14:sldId id="559"/>
            <p14:sldId id="560"/>
            <p14:sldId id="554"/>
            <p14:sldId id="558"/>
            <p14:sldId id="561"/>
            <p14:sldId id="528"/>
            <p14:sldId id="562"/>
            <p14:sldId id="530"/>
            <p14:sldId id="535"/>
            <p14:sldId id="536"/>
            <p14:sldId id="537"/>
            <p14:sldId id="538"/>
            <p14:sldId id="539"/>
            <p14:sldId id="540"/>
            <p14:sldId id="541"/>
            <p14:sldId id="563"/>
            <p14:sldId id="544"/>
            <p14:sldId id="549"/>
            <p14:sldId id="54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F4DC6-0291-4031-B743-2034250D9D86}" v="2" dt="2024-08-13T18:20:05.9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11" autoAdjust="0"/>
    <p:restoredTop sz="80906" autoAdjust="0"/>
  </p:normalViewPr>
  <p:slideViewPr>
    <p:cSldViewPr snapToGrid="0">
      <p:cViewPr varScale="1">
        <p:scale>
          <a:sx n="144" d="100"/>
          <a:sy n="144" d="100"/>
        </p:scale>
        <p:origin x="832" y="200"/>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4F168BC0-254E-4B4A-ACD1-8B075CC6997B}"/>
    <pc:docChg chg="custSel addSld delSld modSld modSection">
      <pc:chgData name="Mitchell Wand" userId="de9b44c55c049659" providerId="LiveId" clId="{4F168BC0-254E-4B4A-ACD1-8B075CC6997B}" dt="2022-08-30T00:26:35.133" v="908" actId="6549"/>
      <pc:docMkLst>
        <pc:docMk/>
      </pc:docMkLst>
      <pc:sldChg chg="del">
        <pc:chgData name="Mitchell Wand" userId="de9b44c55c049659" providerId="LiveId" clId="{4F168BC0-254E-4B4A-ACD1-8B075CC6997B}" dt="2022-08-30T00:25:08.809" v="905" actId="2696"/>
        <pc:sldMkLst>
          <pc:docMk/>
          <pc:sldMk cId="1694982008" sldId="518"/>
        </pc:sldMkLst>
      </pc:sldChg>
      <pc:sldChg chg="modSp mod">
        <pc:chgData name="Mitchell Wand" userId="de9b44c55c049659" providerId="LiveId" clId="{4F168BC0-254E-4B4A-ACD1-8B075CC6997B}" dt="2022-08-29T23:48:46.488" v="3" actId="1076"/>
        <pc:sldMkLst>
          <pc:docMk/>
          <pc:sldMk cId="2142082936" sldId="524"/>
        </pc:sldMkLst>
        <pc:spChg chg="mod">
          <ac:chgData name="Mitchell Wand" userId="de9b44c55c049659" providerId="LiveId" clId="{4F168BC0-254E-4B4A-ACD1-8B075CC6997B}" dt="2022-08-29T23:48:46.488" v="3" actId="1076"/>
          <ac:spMkLst>
            <pc:docMk/>
            <pc:sldMk cId="2142082936" sldId="524"/>
            <ac:spMk id="20" creationId="{D32B26A9-C6E4-11A1-6B73-F0E7FA408D77}"/>
          </ac:spMkLst>
        </pc:spChg>
        <pc:spChg chg="mod">
          <ac:chgData name="Mitchell Wand" userId="de9b44c55c049659" providerId="LiveId" clId="{4F168BC0-254E-4B4A-ACD1-8B075CC6997B}" dt="2022-08-29T23:48:07.063" v="0" actId="554"/>
          <ac:spMkLst>
            <pc:docMk/>
            <pc:sldMk cId="2142082936" sldId="524"/>
            <ac:spMk id="21" creationId="{6CF70320-05F8-5D16-EE20-37B44B179088}"/>
          </ac:spMkLst>
        </pc:spChg>
        <pc:spChg chg="mod">
          <ac:chgData name="Mitchell Wand" userId="de9b44c55c049659" providerId="LiveId" clId="{4F168BC0-254E-4B4A-ACD1-8B075CC6997B}" dt="2022-08-29T23:48:07.063" v="0" actId="554"/>
          <ac:spMkLst>
            <pc:docMk/>
            <pc:sldMk cId="2142082936" sldId="524"/>
            <ac:spMk id="22" creationId="{65700E32-BDD7-C9F3-AFEB-53F64DED82D0}"/>
          </ac:spMkLst>
        </pc:spChg>
      </pc:sldChg>
      <pc:sldChg chg="modSp mod">
        <pc:chgData name="Mitchell Wand" userId="de9b44c55c049659" providerId="LiveId" clId="{4F168BC0-254E-4B4A-ACD1-8B075CC6997B}" dt="2022-08-29T23:49:41.503" v="30" actId="20577"/>
        <pc:sldMkLst>
          <pc:docMk/>
          <pc:sldMk cId="1528585087" sldId="529"/>
        </pc:sldMkLst>
        <pc:spChg chg="mod">
          <ac:chgData name="Mitchell Wand" userId="de9b44c55c049659" providerId="LiveId" clId="{4F168BC0-254E-4B4A-ACD1-8B075CC6997B}" dt="2022-08-29T23:49:41.503" v="30" actId="20577"/>
          <ac:spMkLst>
            <pc:docMk/>
            <pc:sldMk cId="1528585087" sldId="529"/>
            <ac:spMk id="5" creationId="{CA09847E-8340-DEF9-AB98-A0581C9005C3}"/>
          </ac:spMkLst>
        </pc:spChg>
      </pc:sldChg>
      <pc:sldChg chg="modSp mod">
        <pc:chgData name="Mitchell Wand" userId="de9b44c55c049659" providerId="LiveId" clId="{4F168BC0-254E-4B4A-ACD1-8B075CC6997B}" dt="2022-08-29T23:51:43.940" v="33" actId="1076"/>
        <pc:sldMkLst>
          <pc:docMk/>
          <pc:sldMk cId="3248119391" sldId="530"/>
        </pc:sldMkLst>
        <pc:spChg chg="mod">
          <ac:chgData name="Mitchell Wand" userId="de9b44c55c049659" providerId="LiveId" clId="{4F168BC0-254E-4B4A-ACD1-8B075CC6997B}" dt="2022-08-29T23:51:43.940" v="33" actId="1076"/>
          <ac:spMkLst>
            <pc:docMk/>
            <pc:sldMk cId="3248119391" sldId="530"/>
            <ac:spMk id="7" creationId="{46754642-7BCE-A832-FB80-FB8ADF73088B}"/>
          </ac:spMkLst>
        </pc:spChg>
      </pc:sldChg>
      <pc:sldChg chg="addSp delSp modSp mod">
        <pc:chgData name="Mitchell Wand" userId="de9b44c55c049659" providerId="LiveId" clId="{4F168BC0-254E-4B4A-ACD1-8B075CC6997B}" dt="2022-08-29T23:57:08.377" v="41" actId="1076"/>
        <pc:sldMkLst>
          <pc:docMk/>
          <pc:sldMk cId="180694382" sldId="532"/>
        </pc:sldMkLst>
        <pc:spChg chg="add mod">
          <ac:chgData name="Mitchell Wand" userId="de9b44c55c049659" providerId="LiveId" clId="{4F168BC0-254E-4B4A-ACD1-8B075CC6997B}" dt="2022-08-29T23:57:08.377" v="41" actId="1076"/>
          <ac:spMkLst>
            <pc:docMk/>
            <pc:sldMk cId="180694382" sldId="532"/>
            <ac:spMk id="2" creationId="{B5A47189-CBE5-11ED-A73D-CE02572B56D4}"/>
          </ac:spMkLst>
        </pc:spChg>
        <pc:spChg chg="del ord">
          <ac:chgData name="Mitchell Wand" userId="de9b44c55c049659" providerId="LiveId" clId="{4F168BC0-254E-4B4A-ACD1-8B075CC6997B}" dt="2022-08-29T23:57:01.355" v="40" actId="478"/>
          <ac:spMkLst>
            <pc:docMk/>
            <pc:sldMk cId="180694382" sldId="532"/>
            <ac:spMk id="7" creationId="{46754642-7BCE-A832-FB80-FB8ADF73088B}"/>
          </ac:spMkLst>
        </pc:spChg>
      </pc:sldChg>
      <pc:sldChg chg="modSp mod">
        <pc:chgData name="Mitchell Wand" userId="de9b44c55c049659" providerId="LiveId" clId="{4F168BC0-254E-4B4A-ACD1-8B075CC6997B}" dt="2022-08-29T23:57:47.236" v="44" actId="1076"/>
        <pc:sldMkLst>
          <pc:docMk/>
          <pc:sldMk cId="1401743332" sldId="533"/>
        </pc:sldMkLst>
        <pc:spChg chg="mod">
          <ac:chgData name="Mitchell Wand" userId="de9b44c55c049659" providerId="LiveId" clId="{4F168BC0-254E-4B4A-ACD1-8B075CC6997B}" dt="2022-08-29T23:57:47.236" v="44" actId="1076"/>
          <ac:spMkLst>
            <pc:docMk/>
            <pc:sldMk cId="1401743332" sldId="533"/>
            <ac:spMk id="5" creationId="{2C073CC3-D3DD-8165-6091-A621177BDC7D}"/>
          </ac:spMkLst>
        </pc:spChg>
      </pc:sldChg>
      <pc:sldChg chg="delSp modSp mod">
        <pc:chgData name="Mitchell Wand" userId="de9b44c55c049659" providerId="LiveId" clId="{4F168BC0-254E-4B4A-ACD1-8B075CC6997B}" dt="2022-08-29T23:59:29.506" v="88" actId="20577"/>
        <pc:sldMkLst>
          <pc:docMk/>
          <pc:sldMk cId="2803174508" sldId="535"/>
        </pc:sldMkLst>
        <pc:spChg chg="mod">
          <ac:chgData name="Mitchell Wand" userId="de9b44c55c049659" providerId="LiveId" clId="{4F168BC0-254E-4B4A-ACD1-8B075CC6997B}" dt="2022-08-29T23:58:58.937" v="86" actId="20577"/>
          <ac:spMkLst>
            <pc:docMk/>
            <pc:sldMk cId="2803174508" sldId="535"/>
            <ac:spMk id="2" creationId="{5165C75A-512B-9DBD-4A11-0E3C8CC6388F}"/>
          </ac:spMkLst>
        </pc:spChg>
        <pc:spChg chg="del">
          <ac:chgData name="Mitchell Wand" userId="de9b44c55c049659" providerId="LiveId" clId="{4F168BC0-254E-4B4A-ACD1-8B075CC6997B}" dt="2022-08-29T23:59:25.674" v="87" actId="478"/>
          <ac:spMkLst>
            <pc:docMk/>
            <pc:sldMk cId="2803174508" sldId="535"/>
            <ac:spMk id="3" creationId="{ADD0707B-80BE-2E2D-5054-3C8E235CCDFE}"/>
          </ac:spMkLst>
        </pc:spChg>
        <pc:spChg chg="mod">
          <ac:chgData name="Mitchell Wand" userId="de9b44c55c049659" providerId="LiveId" clId="{4F168BC0-254E-4B4A-ACD1-8B075CC6997B}" dt="2022-08-29T23:59:29.506" v="88" actId="20577"/>
          <ac:spMkLst>
            <pc:docMk/>
            <pc:sldMk cId="2803174508" sldId="535"/>
            <ac:spMk id="6" creationId="{42005B26-3FB6-33C5-C581-29BE3EDA4288}"/>
          </ac:spMkLst>
        </pc:spChg>
      </pc:sldChg>
      <pc:sldChg chg="modSp mod">
        <pc:chgData name="Mitchell Wand" userId="de9b44c55c049659" providerId="LiveId" clId="{4F168BC0-254E-4B4A-ACD1-8B075CC6997B}" dt="2022-08-30T00:00:55.249" v="96" actId="20577"/>
        <pc:sldMkLst>
          <pc:docMk/>
          <pc:sldMk cId="2403278414" sldId="538"/>
        </pc:sldMkLst>
        <pc:spChg chg="mod">
          <ac:chgData name="Mitchell Wand" userId="de9b44c55c049659" providerId="LiveId" clId="{4F168BC0-254E-4B4A-ACD1-8B075CC6997B}" dt="2022-08-30T00:00:55.249" v="96" actId="20577"/>
          <ac:spMkLst>
            <pc:docMk/>
            <pc:sldMk cId="2403278414" sldId="538"/>
            <ac:spMk id="2" creationId="{591D3E0C-6DB3-A366-00C9-9208255B41E0}"/>
          </ac:spMkLst>
        </pc:spChg>
        <pc:spChg chg="mod">
          <ac:chgData name="Mitchell Wand" userId="de9b44c55c049659" providerId="LiveId" clId="{4F168BC0-254E-4B4A-ACD1-8B075CC6997B}" dt="2022-08-30T00:00:35.291" v="95" actId="14100"/>
          <ac:spMkLst>
            <pc:docMk/>
            <pc:sldMk cId="2403278414" sldId="538"/>
            <ac:spMk id="6" creationId="{2A600A8A-2D5E-81D5-CDA2-0F8D32C7F64C}"/>
          </ac:spMkLst>
        </pc:spChg>
      </pc:sldChg>
      <pc:sldChg chg="modSp mod">
        <pc:chgData name="Mitchell Wand" userId="de9b44c55c049659" providerId="LiveId" clId="{4F168BC0-254E-4B4A-ACD1-8B075CC6997B}" dt="2022-08-30T00:01:16.785" v="99" actId="1076"/>
        <pc:sldMkLst>
          <pc:docMk/>
          <pc:sldMk cId="1216486688" sldId="539"/>
        </pc:sldMkLst>
        <pc:spChg chg="mod">
          <ac:chgData name="Mitchell Wand" userId="de9b44c55c049659" providerId="LiveId" clId="{4F168BC0-254E-4B4A-ACD1-8B075CC6997B}" dt="2022-08-30T00:01:00.459" v="97" actId="20577"/>
          <ac:spMkLst>
            <pc:docMk/>
            <pc:sldMk cId="1216486688" sldId="539"/>
            <ac:spMk id="2" creationId="{5D3050F9-1679-B42D-70EE-92EE12C88C74}"/>
          </ac:spMkLst>
        </pc:spChg>
        <pc:spChg chg="mod">
          <ac:chgData name="Mitchell Wand" userId="de9b44c55c049659" providerId="LiveId" clId="{4F168BC0-254E-4B4A-ACD1-8B075CC6997B}" dt="2022-08-30T00:01:16.785" v="99" actId="1076"/>
          <ac:spMkLst>
            <pc:docMk/>
            <pc:sldMk cId="1216486688" sldId="539"/>
            <ac:spMk id="6" creationId="{84C01FCE-A4F6-F143-92B0-A48B1E13C30A}"/>
          </ac:spMkLst>
        </pc:spChg>
      </pc:sldChg>
      <pc:sldChg chg="modSp mod">
        <pc:chgData name="Mitchell Wand" userId="de9b44c55c049659" providerId="LiveId" clId="{4F168BC0-254E-4B4A-ACD1-8B075CC6997B}" dt="2022-08-30T00:01:30.607" v="100" actId="20577"/>
        <pc:sldMkLst>
          <pc:docMk/>
          <pc:sldMk cId="1040918319" sldId="540"/>
        </pc:sldMkLst>
        <pc:spChg chg="mod">
          <ac:chgData name="Mitchell Wand" userId="de9b44c55c049659" providerId="LiveId" clId="{4F168BC0-254E-4B4A-ACD1-8B075CC6997B}" dt="2022-08-30T00:01:30.607" v="100" actId="20577"/>
          <ac:spMkLst>
            <pc:docMk/>
            <pc:sldMk cId="1040918319" sldId="540"/>
            <ac:spMk id="2" creationId="{8EDB11B3-7246-B77B-3BAC-910946C071BD}"/>
          </ac:spMkLst>
        </pc:spChg>
      </pc:sldChg>
      <pc:sldChg chg="modSp mod">
        <pc:chgData name="Mitchell Wand" userId="de9b44c55c049659" providerId="LiveId" clId="{4F168BC0-254E-4B4A-ACD1-8B075CC6997B}" dt="2022-08-30T00:01:41.343" v="101" actId="20577"/>
        <pc:sldMkLst>
          <pc:docMk/>
          <pc:sldMk cId="729926477" sldId="541"/>
        </pc:sldMkLst>
        <pc:spChg chg="mod">
          <ac:chgData name="Mitchell Wand" userId="de9b44c55c049659" providerId="LiveId" clId="{4F168BC0-254E-4B4A-ACD1-8B075CC6997B}" dt="2022-08-30T00:01:41.343" v="101" actId="20577"/>
          <ac:spMkLst>
            <pc:docMk/>
            <pc:sldMk cId="729926477" sldId="541"/>
            <ac:spMk id="2" creationId="{8EDB11B3-7246-B77B-3BAC-910946C071BD}"/>
          </ac:spMkLst>
        </pc:spChg>
      </pc:sldChg>
      <pc:sldChg chg="addSp delSp modSp mod modNotesTx">
        <pc:chgData name="Mitchell Wand" userId="de9b44c55c049659" providerId="LiveId" clId="{4F168BC0-254E-4B4A-ACD1-8B075CC6997B}" dt="2022-08-30T00:07:21.616" v="298" actId="255"/>
        <pc:sldMkLst>
          <pc:docMk/>
          <pc:sldMk cId="2977586155" sldId="542"/>
        </pc:sldMkLst>
        <pc:spChg chg="del">
          <ac:chgData name="Mitchell Wand" userId="de9b44c55c049659" providerId="LiveId" clId="{4F168BC0-254E-4B4A-ACD1-8B075CC6997B}" dt="2022-08-30T00:03:08.567" v="104" actId="478"/>
          <ac:spMkLst>
            <pc:docMk/>
            <pc:sldMk cId="2977586155" sldId="542"/>
            <ac:spMk id="3" creationId="{1625FD5C-C08F-B3D9-D813-50A1024D0AB4}"/>
          </ac:spMkLst>
        </pc:spChg>
        <pc:spChg chg="add mod">
          <ac:chgData name="Mitchell Wand" userId="de9b44c55c049659" providerId="LiveId" clId="{4F168BC0-254E-4B4A-ACD1-8B075CC6997B}" dt="2022-08-30T00:07:21.616" v="298" actId="255"/>
          <ac:spMkLst>
            <pc:docMk/>
            <pc:sldMk cId="2977586155" sldId="542"/>
            <ac:spMk id="6" creationId="{C6BA028C-ACAA-66BD-C89D-AA4DB411C710}"/>
          </ac:spMkLst>
        </pc:spChg>
      </pc:sldChg>
      <pc:sldChg chg="addSp delSp modSp new mod modNotesTx">
        <pc:chgData name="Mitchell Wand" userId="de9b44c55c049659" providerId="LiveId" clId="{4F168BC0-254E-4B4A-ACD1-8B075CC6997B}" dt="2022-08-30T00:10:24.502" v="346" actId="20577"/>
        <pc:sldMkLst>
          <pc:docMk/>
          <pc:sldMk cId="1100294374" sldId="544"/>
        </pc:sldMkLst>
        <pc:spChg chg="mod">
          <ac:chgData name="Mitchell Wand" userId="de9b44c55c049659" providerId="LiveId" clId="{4F168BC0-254E-4B4A-ACD1-8B075CC6997B}" dt="2022-08-30T00:06:09.029" v="290" actId="20577"/>
          <ac:spMkLst>
            <pc:docMk/>
            <pc:sldMk cId="1100294374" sldId="544"/>
            <ac:spMk id="2" creationId="{FD31471A-2D40-7646-0ED3-3FB302EF02B0}"/>
          </ac:spMkLst>
        </pc:spChg>
        <pc:spChg chg="del">
          <ac:chgData name="Mitchell Wand" userId="de9b44c55c049659" providerId="LiveId" clId="{4F168BC0-254E-4B4A-ACD1-8B075CC6997B}" dt="2022-08-30T00:06:01.630" v="282" actId="478"/>
          <ac:spMkLst>
            <pc:docMk/>
            <pc:sldMk cId="1100294374" sldId="544"/>
            <ac:spMk id="3" creationId="{AD5C8229-054B-F90E-F0B8-E330E0D161A6}"/>
          </ac:spMkLst>
        </pc:spChg>
        <pc:spChg chg="add mod">
          <ac:chgData name="Mitchell Wand" userId="de9b44c55c049659" providerId="LiveId" clId="{4F168BC0-254E-4B4A-ACD1-8B075CC6997B}" dt="2022-08-30T00:10:24.502" v="346" actId="20577"/>
          <ac:spMkLst>
            <pc:docMk/>
            <pc:sldMk cId="1100294374" sldId="544"/>
            <ac:spMk id="6" creationId="{FF22B922-145E-29BD-A99E-6AB5EB987C2D}"/>
          </ac:spMkLst>
        </pc:spChg>
      </pc:sldChg>
      <pc:sldChg chg="addSp delSp modSp new mod modNotesTx">
        <pc:chgData name="Mitchell Wand" userId="de9b44c55c049659" providerId="LiveId" clId="{4F168BC0-254E-4B4A-ACD1-8B075CC6997B}" dt="2022-08-30T00:14:17.734" v="401" actId="20577"/>
        <pc:sldMkLst>
          <pc:docMk/>
          <pc:sldMk cId="1601463616" sldId="545"/>
        </pc:sldMkLst>
        <pc:spChg chg="mod">
          <ac:chgData name="Mitchell Wand" userId="de9b44c55c049659" providerId="LiveId" clId="{4F168BC0-254E-4B4A-ACD1-8B075CC6997B}" dt="2022-08-30T00:10:57.849" v="355" actId="20577"/>
          <ac:spMkLst>
            <pc:docMk/>
            <pc:sldMk cId="1601463616" sldId="545"/>
            <ac:spMk id="2" creationId="{21B4B1CC-7F35-8D56-B6E1-5B2596F672AB}"/>
          </ac:spMkLst>
        </pc:spChg>
        <pc:spChg chg="del">
          <ac:chgData name="Mitchell Wand" userId="de9b44c55c049659" providerId="LiveId" clId="{4F168BC0-254E-4B4A-ACD1-8B075CC6997B}" dt="2022-08-30T00:11:06.249" v="356" actId="478"/>
          <ac:spMkLst>
            <pc:docMk/>
            <pc:sldMk cId="1601463616" sldId="545"/>
            <ac:spMk id="3" creationId="{EA346AF5-A490-5AE0-E695-5E9C5D5CA1EE}"/>
          </ac:spMkLst>
        </pc:spChg>
        <pc:spChg chg="add del mod">
          <ac:chgData name="Mitchell Wand" userId="de9b44c55c049659" providerId="LiveId" clId="{4F168BC0-254E-4B4A-ACD1-8B075CC6997B}" dt="2022-08-30T00:12:09.275" v="364" actId="478"/>
          <ac:spMkLst>
            <pc:docMk/>
            <pc:sldMk cId="1601463616" sldId="545"/>
            <ac:spMk id="6" creationId="{C61F905B-0B01-401E-2859-8B566C31943D}"/>
          </ac:spMkLst>
        </pc:spChg>
        <pc:spChg chg="add mod">
          <ac:chgData name="Mitchell Wand" userId="de9b44c55c049659" providerId="LiveId" clId="{4F168BC0-254E-4B4A-ACD1-8B075CC6997B}" dt="2022-08-30T00:13:15.087" v="369" actId="14100"/>
          <ac:spMkLst>
            <pc:docMk/>
            <pc:sldMk cId="1601463616" sldId="545"/>
            <ac:spMk id="8" creationId="{E2C29B39-9408-CDC1-2CF2-1F368FF5CC54}"/>
          </ac:spMkLst>
        </pc:spChg>
      </pc:sldChg>
      <pc:sldChg chg="addSp delSp modSp new mod modClrScheme chgLayout">
        <pc:chgData name="Mitchell Wand" userId="de9b44c55c049659" providerId="LiveId" clId="{4F168BC0-254E-4B4A-ACD1-8B075CC6997B}" dt="2022-08-30T00:24:35.207" v="904" actId="1076"/>
        <pc:sldMkLst>
          <pc:docMk/>
          <pc:sldMk cId="1182532842" sldId="546"/>
        </pc:sldMkLst>
        <pc:spChg chg="del mod ord">
          <ac:chgData name="Mitchell Wand" userId="de9b44c55c049659" providerId="LiveId" clId="{4F168BC0-254E-4B4A-ACD1-8B075CC6997B}" dt="2022-08-30T00:15:43.402" v="403" actId="700"/>
          <ac:spMkLst>
            <pc:docMk/>
            <pc:sldMk cId="1182532842" sldId="546"/>
            <ac:spMk id="2" creationId="{1BFCAD08-F873-3732-24C9-0A983C7F0690}"/>
          </ac:spMkLst>
        </pc:spChg>
        <pc:spChg chg="del mod ord">
          <ac:chgData name="Mitchell Wand" userId="de9b44c55c049659" providerId="LiveId" clId="{4F168BC0-254E-4B4A-ACD1-8B075CC6997B}" dt="2022-08-30T00:15:43.402" v="403" actId="700"/>
          <ac:spMkLst>
            <pc:docMk/>
            <pc:sldMk cId="1182532842" sldId="546"/>
            <ac:spMk id="3" creationId="{B42DCE12-100E-C67D-E4E8-A403DA6F196D}"/>
          </ac:spMkLst>
        </pc:spChg>
        <pc:spChg chg="mod ord">
          <ac:chgData name="Mitchell Wand" userId="de9b44c55c049659" providerId="LiveId" clId="{4F168BC0-254E-4B4A-ACD1-8B075CC6997B}" dt="2022-08-30T00:15:43.402" v="403" actId="700"/>
          <ac:spMkLst>
            <pc:docMk/>
            <pc:sldMk cId="1182532842" sldId="546"/>
            <ac:spMk id="4" creationId="{07DECDF5-6D84-590A-6104-C84BE2D78CEB}"/>
          </ac:spMkLst>
        </pc:spChg>
        <pc:spChg chg="add mod ord">
          <ac:chgData name="Mitchell Wand" userId="de9b44c55c049659" providerId="LiveId" clId="{4F168BC0-254E-4B4A-ACD1-8B075CC6997B}" dt="2022-08-30T00:15:51.988" v="415" actId="20577"/>
          <ac:spMkLst>
            <pc:docMk/>
            <pc:sldMk cId="1182532842" sldId="546"/>
            <ac:spMk id="5" creationId="{50A4A1A2-535C-6896-14A7-B0BE842D2869}"/>
          </ac:spMkLst>
        </pc:spChg>
        <pc:spChg chg="add mod ord">
          <ac:chgData name="Mitchell Wand" userId="de9b44c55c049659" providerId="LiveId" clId="{4F168BC0-254E-4B4A-ACD1-8B075CC6997B}" dt="2022-08-30T00:21:52.644" v="762" actId="20577"/>
          <ac:spMkLst>
            <pc:docMk/>
            <pc:sldMk cId="1182532842" sldId="546"/>
            <ac:spMk id="6" creationId="{7FBAE323-507C-EAA1-0948-EFF1D43CEBF2}"/>
          </ac:spMkLst>
        </pc:spChg>
        <pc:spChg chg="add del mod">
          <ac:chgData name="Mitchell Wand" userId="de9b44c55c049659" providerId="LiveId" clId="{4F168BC0-254E-4B4A-ACD1-8B075CC6997B}" dt="2022-08-30T00:19:44.751" v="529" actId="478"/>
          <ac:spMkLst>
            <pc:docMk/>
            <pc:sldMk cId="1182532842" sldId="546"/>
            <ac:spMk id="8" creationId="{3E9C16F3-7819-FB0E-2F56-E0CD2B51BEC4}"/>
          </ac:spMkLst>
        </pc:spChg>
        <pc:spChg chg="add mod">
          <ac:chgData name="Mitchell Wand" userId="de9b44c55c049659" providerId="LiveId" clId="{4F168BC0-254E-4B4A-ACD1-8B075CC6997B}" dt="2022-08-30T00:24:35.207" v="904" actId="1076"/>
          <ac:spMkLst>
            <pc:docMk/>
            <pc:sldMk cId="1182532842" sldId="546"/>
            <ac:spMk id="9" creationId="{64C4D745-2278-A166-4661-2A878B15AA61}"/>
          </ac:spMkLst>
        </pc:spChg>
        <pc:spChg chg="add mod">
          <ac:chgData name="Mitchell Wand" userId="de9b44c55c049659" providerId="LiveId" clId="{4F168BC0-254E-4B4A-ACD1-8B075CC6997B}" dt="2022-08-30T00:23:50.889" v="899" actId="1582"/>
          <ac:spMkLst>
            <pc:docMk/>
            <pc:sldMk cId="1182532842" sldId="546"/>
            <ac:spMk id="10" creationId="{DC4DB668-7EA5-4C1B-24DE-951EDEB0A65B}"/>
          </ac:spMkLst>
        </pc:spChg>
        <pc:spChg chg="add mod">
          <ac:chgData name="Mitchell Wand" userId="de9b44c55c049659" providerId="LiveId" clId="{4F168BC0-254E-4B4A-ACD1-8B075CC6997B}" dt="2022-08-30T00:24:10.574" v="901" actId="571"/>
          <ac:spMkLst>
            <pc:docMk/>
            <pc:sldMk cId="1182532842" sldId="546"/>
            <ac:spMk id="11" creationId="{01FEF201-A152-714B-CF27-E0B4FBD59C50}"/>
          </ac:spMkLst>
        </pc:spChg>
        <pc:spChg chg="add mod">
          <ac:chgData name="Mitchell Wand" userId="de9b44c55c049659" providerId="LiveId" clId="{4F168BC0-254E-4B4A-ACD1-8B075CC6997B}" dt="2022-08-30T00:24:23.026" v="903" actId="571"/>
          <ac:spMkLst>
            <pc:docMk/>
            <pc:sldMk cId="1182532842" sldId="546"/>
            <ac:spMk id="12" creationId="{5E3369B4-A629-E378-EF19-912B56BDF936}"/>
          </ac:spMkLst>
        </pc:spChg>
      </pc:sldChg>
      <pc:sldChg chg="add">
        <pc:chgData name="Mitchell Wand" userId="de9b44c55c049659" providerId="LiveId" clId="{4F168BC0-254E-4B4A-ACD1-8B075CC6997B}" dt="2022-08-30T00:25:30.768" v="906"/>
        <pc:sldMkLst>
          <pc:docMk/>
          <pc:sldMk cId="2850543431" sldId="547"/>
        </pc:sldMkLst>
      </pc:sldChg>
      <pc:sldChg chg="add modNotesTx">
        <pc:chgData name="Mitchell Wand" userId="de9b44c55c049659" providerId="LiveId" clId="{4F168BC0-254E-4B4A-ACD1-8B075CC6997B}" dt="2022-08-30T00:26:35.133" v="908" actId="6549"/>
        <pc:sldMkLst>
          <pc:docMk/>
          <pc:sldMk cId="4225176879" sldId="548"/>
        </pc:sldMkLst>
      </pc:sldChg>
    </pc:docChg>
  </pc:docChgLst>
  <pc:docChgLst>
    <pc:chgData name="Mitchell Wand" userId="de9b44c55c049659" providerId="LiveId" clId="{2C6DC1C5-D47F-4A51-8D8C-965E79DFF076}"/>
    <pc:docChg chg="modSld">
      <pc:chgData name="Mitchell Wand" userId="de9b44c55c049659" providerId="LiveId" clId="{2C6DC1C5-D47F-4A51-8D8C-965E79DFF076}" dt="2023-09-01T17:19:39.875" v="6" actId="20577"/>
      <pc:docMkLst>
        <pc:docMk/>
      </pc:docMkLst>
      <pc:sldChg chg="modSp mod">
        <pc:chgData name="Mitchell Wand" userId="de9b44c55c049659" providerId="LiveId" clId="{2C6DC1C5-D47F-4A51-8D8C-965E79DFF076}" dt="2023-09-01T17:17:00.608" v="3" actId="20577"/>
        <pc:sldMkLst>
          <pc:docMk/>
          <pc:sldMk cId="3019279322" sldId="396"/>
        </pc:sldMkLst>
        <pc:spChg chg="mod">
          <ac:chgData name="Mitchell Wand" userId="de9b44c55c049659" providerId="LiveId" clId="{2C6DC1C5-D47F-4A51-8D8C-965E79DFF076}" dt="2023-09-01T17:17:00.608" v="3" actId="20577"/>
          <ac:spMkLst>
            <pc:docMk/>
            <pc:sldMk cId="3019279322" sldId="396"/>
            <ac:spMk id="3" creationId="{AC300E2B-BFD0-4090-AFC5-FE82683F997F}"/>
          </ac:spMkLst>
        </pc:spChg>
      </pc:sldChg>
      <pc:sldChg chg="modSp mod">
        <pc:chgData name="Mitchell Wand" userId="de9b44c55c049659" providerId="LiveId" clId="{2C6DC1C5-D47F-4A51-8D8C-965E79DFF076}" dt="2023-09-01T17:19:39.875" v="6" actId="20577"/>
        <pc:sldMkLst>
          <pc:docMk/>
          <pc:sldMk cId="2803174508" sldId="535"/>
        </pc:sldMkLst>
        <pc:spChg chg="mod">
          <ac:chgData name="Mitchell Wand" userId="de9b44c55c049659" providerId="LiveId" clId="{2C6DC1C5-D47F-4A51-8D8C-965E79DFF076}" dt="2023-09-01T17:19:39.875" v="6" actId="20577"/>
          <ac:spMkLst>
            <pc:docMk/>
            <pc:sldMk cId="2803174508" sldId="535"/>
            <ac:spMk id="2" creationId="{5165C75A-512B-9DBD-4A11-0E3C8CC6388F}"/>
          </ac:spMkLst>
        </pc:spChg>
      </pc:sldChg>
    </pc:docChg>
  </pc:docChgLst>
  <pc:docChgLst>
    <pc:chgData name="Mitchell Wand" userId="de9b44c55c049659" providerId="LiveId" clId="{5E9B31D5-84C8-4FD0-89F3-A47414AEAABB}"/>
    <pc:docChg chg="modSld">
      <pc:chgData name="Mitchell Wand" userId="de9b44c55c049659" providerId="LiveId" clId="{5E9B31D5-84C8-4FD0-89F3-A47414AEAABB}" dt="2022-09-09T00:44:55.339" v="7" actId="6549"/>
      <pc:docMkLst>
        <pc:docMk/>
      </pc:docMkLst>
      <pc:sldChg chg="modSp mod">
        <pc:chgData name="Mitchell Wand" userId="de9b44c55c049659" providerId="LiveId" clId="{5E9B31D5-84C8-4FD0-89F3-A47414AEAABB}" dt="2022-09-09T00:44:55.339" v="7" actId="6549"/>
        <pc:sldMkLst>
          <pc:docMk/>
          <pc:sldMk cId="1528585087" sldId="529"/>
        </pc:sldMkLst>
        <pc:spChg chg="mod">
          <ac:chgData name="Mitchell Wand" userId="de9b44c55c049659" providerId="LiveId" clId="{5E9B31D5-84C8-4FD0-89F3-A47414AEAABB}" dt="2022-09-09T00:44:55.339" v="7" actId="6549"/>
          <ac:spMkLst>
            <pc:docMk/>
            <pc:sldMk cId="1528585087" sldId="529"/>
            <ac:spMk id="8" creationId="{5950D317-9151-B479-C436-611829898FD4}"/>
          </ac:spMkLst>
        </pc:spChg>
      </pc:sldChg>
    </pc:docChg>
  </pc:docChgLst>
  <pc:docChgLst>
    <pc:chgData name="Mitchell Wand" userId="de9b44c55c049659" providerId="LiveId" clId="{C027D577-AC4D-460E-AF68-9767553C1E51}"/>
    <pc:docChg chg="undo custSel addSld delSld modSld modSection">
      <pc:chgData name="Mitchell Wand" userId="de9b44c55c049659" providerId="LiveId" clId="{C027D577-AC4D-460E-AF68-9767553C1E51}" dt="2022-08-29T18:40:18.806" v="1485" actId="20577"/>
      <pc:docMkLst>
        <pc:docMk/>
      </pc:docMkLst>
      <pc:sldChg chg="del">
        <pc:chgData name="Mitchell Wand" userId="de9b44c55c049659" providerId="LiveId" clId="{C027D577-AC4D-460E-AF68-9767553C1E51}" dt="2022-08-29T18:17:13.245" v="1202" actId="2696"/>
        <pc:sldMkLst>
          <pc:docMk/>
          <pc:sldMk cId="1490548704" sldId="522"/>
        </pc:sldMkLst>
      </pc:sldChg>
      <pc:sldChg chg="addSp delSp modSp mod modNotesTx">
        <pc:chgData name="Mitchell Wand" userId="de9b44c55c049659" providerId="LiveId" clId="{C027D577-AC4D-460E-AF68-9767553C1E51}" dt="2022-08-29T18:24:35.200" v="1302"/>
        <pc:sldMkLst>
          <pc:docMk/>
          <pc:sldMk cId="2142082936" sldId="524"/>
        </pc:sldMkLst>
        <pc:spChg chg="add del mod">
          <ac:chgData name="Mitchell Wand" userId="de9b44c55c049659" providerId="LiveId" clId="{C027D577-AC4D-460E-AF68-9767553C1E51}" dt="2022-08-29T17:50:11.401" v="43" actId="478"/>
          <ac:spMkLst>
            <pc:docMk/>
            <pc:sldMk cId="2142082936" sldId="524"/>
            <ac:spMk id="2" creationId="{4139B917-A212-BA9E-B7DA-A8B62DF4FDCA}"/>
          </ac:spMkLst>
        </pc:spChg>
        <pc:spChg chg="add del mod">
          <ac:chgData name="Mitchell Wand" userId="de9b44c55c049659" providerId="LiveId" clId="{C027D577-AC4D-460E-AF68-9767553C1E51}" dt="2022-08-29T17:50:13.164" v="44" actId="478"/>
          <ac:spMkLst>
            <pc:docMk/>
            <pc:sldMk cId="2142082936" sldId="524"/>
            <ac:spMk id="3" creationId="{ABDAE309-252B-71AB-CB70-7928D7A3A66C}"/>
          </ac:spMkLst>
        </pc:spChg>
        <pc:spChg chg="add del mod">
          <ac:chgData name="Mitchell Wand" userId="de9b44c55c049659" providerId="LiveId" clId="{C027D577-AC4D-460E-AF68-9767553C1E51}" dt="2022-08-29T17:54:42.758" v="105" actId="478"/>
          <ac:spMkLst>
            <pc:docMk/>
            <pc:sldMk cId="2142082936" sldId="524"/>
            <ac:spMk id="4" creationId="{57238DBB-FEE7-EAF2-2EBD-A99B8B7C77BC}"/>
          </ac:spMkLst>
        </pc:spChg>
        <pc:spChg chg="add del mod">
          <ac:chgData name="Mitchell Wand" userId="de9b44c55c049659" providerId="LiveId" clId="{C027D577-AC4D-460E-AF68-9767553C1E51}" dt="2022-08-29T17:52:25.086" v="82" actId="478"/>
          <ac:spMkLst>
            <pc:docMk/>
            <pc:sldMk cId="2142082936" sldId="524"/>
            <ac:spMk id="7" creationId="{618BFE7C-1ECB-1B36-E7A7-6A1A2B468678}"/>
          </ac:spMkLst>
        </pc:spChg>
        <pc:spChg chg="del mod">
          <ac:chgData name="Mitchell Wand" userId="de9b44c55c049659" providerId="LiveId" clId="{C027D577-AC4D-460E-AF68-9767553C1E51}" dt="2022-08-29T18:01:37.896" v="168" actId="478"/>
          <ac:spMkLst>
            <pc:docMk/>
            <pc:sldMk cId="2142082936" sldId="524"/>
            <ac:spMk id="8" creationId="{8CB7C485-F176-7C37-A150-3EFB4DF11D07}"/>
          </ac:spMkLst>
        </pc:spChg>
        <pc:spChg chg="mod">
          <ac:chgData name="Mitchell Wand" userId="de9b44c55c049659" providerId="LiveId" clId="{C027D577-AC4D-460E-AF68-9767553C1E51}" dt="2022-08-29T18:16:08.410" v="1194" actId="164"/>
          <ac:spMkLst>
            <pc:docMk/>
            <pc:sldMk cId="2142082936" sldId="524"/>
            <ac:spMk id="9" creationId="{9B7831DA-7020-B7A2-42AA-385F63B61815}"/>
          </ac:spMkLst>
        </pc:spChg>
        <pc:spChg chg="mod">
          <ac:chgData name="Mitchell Wand" userId="de9b44c55c049659" providerId="LiveId" clId="{C027D577-AC4D-460E-AF68-9767553C1E51}" dt="2022-08-29T18:16:08.410" v="1194" actId="164"/>
          <ac:spMkLst>
            <pc:docMk/>
            <pc:sldMk cId="2142082936" sldId="524"/>
            <ac:spMk id="10" creationId="{33196CED-8A44-EF6D-D876-156032EBBEE8}"/>
          </ac:spMkLst>
        </pc:spChg>
        <pc:spChg chg="mod">
          <ac:chgData name="Mitchell Wand" userId="de9b44c55c049659" providerId="LiveId" clId="{C027D577-AC4D-460E-AF68-9767553C1E51}" dt="2022-08-29T18:16:08.410" v="1194" actId="164"/>
          <ac:spMkLst>
            <pc:docMk/>
            <pc:sldMk cId="2142082936" sldId="524"/>
            <ac:spMk id="11" creationId="{84F0FCC6-6459-4236-323A-E85C12EFE4DD}"/>
          </ac:spMkLst>
        </pc:spChg>
        <pc:spChg chg="mod">
          <ac:chgData name="Mitchell Wand" userId="de9b44c55c049659" providerId="LiveId" clId="{C027D577-AC4D-460E-AF68-9767553C1E51}" dt="2022-08-29T18:16:08.410" v="1194" actId="164"/>
          <ac:spMkLst>
            <pc:docMk/>
            <pc:sldMk cId="2142082936" sldId="524"/>
            <ac:spMk id="12" creationId="{260C95F7-7FA1-4747-F1AD-CCDFD56F0AB7}"/>
          </ac:spMkLst>
        </pc:spChg>
        <pc:spChg chg="del mod">
          <ac:chgData name="Mitchell Wand" userId="de9b44c55c049659" providerId="LiveId" clId="{C027D577-AC4D-460E-AF68-9767553C1E51}" dt="2022-08-29T18:01:40.321" v="169" actId="478"/>
          <ac:spMkLst>
            <pc:docMk/>
            <pc:sldMk cId="2142082936" sldId="524"/>
            <ac:spMk id="13" creationId="{134E9E85-FB0F-1814-A3F4-DB7342B6E5D9}"/>
          </ac:spMkLst>
        </pc:spChg>
        <pc:spChg chg="add mod">
          <ac:chgData name="Mitchell Wand" userId="de9b44c55c049659" providerId="LiveId" clId="{C027D577-AC4D-460E-AF68-9767553C1E51}" dt="2022-08-29T18:16:08.410" v="1194" actId="164"/>
          <ac:spMkLst>
            <pc:docMk/>
            <pc:sldMk cId="2142082936" sldId="524"/>
            <ac:spMk id="14" creationId="{3342E8EF-B25F-3293-0CA6-6FDD9F5C46F6}"/>
          </ac:spMkLst>
        </pc:spChg>
        <pc:spChg chg="add mod">
          <ac:chgData name="Mitchell Wand" userId="de9b44c55c049659" providerId="LiveId" clId="{C027D577-AC4D-460E-AF68-9767553C1E51}" dt="2022-08-29T18:16:08.410" v="1194" actId="164"/>
          <ac:spMkLst>
            <pc:docMk/>
            <pc:sldMk cId="2142082936" sldId="524"/>
            <ac:spMk id="15" creationId="{A83C0F02-4CC5-D865-60AE-8257CB593DD4}"/>
          </ac:spMkLst>
        </pc:spChg>
        <pc:spChg chg="add mod">
          <ac:chgData name="Mitchell Wand" userId="de9b44c55c049659" providerId="LiveId" clId="{C027D577-AC4D-460E-AF68-9767553C1E51}" dt="2022-08-29T18:16:08.410" v="1194" actId="164"/>
          <ac:spMkLst>
            <pc:docMk/>
            <pc:sldMk cId="2142082936" sldId="524"/>
            <ac:spMk id="16" creationId="{C6BA4CF9-F399-91D3-2918-527DA39DD679}"/>
          </ac:spMkLst>
        </pc:spChg>
        <pc:spChg chg="add mod">
          <ac:chgData name="Mitchell Wand" userId="de9b44c55c049659" providerId="LiveId" clId="{C027D577-AC4D-460E-AF68-9767553C1E51}" dt="2022-08-29T18:16:08.410" v="1194" actId="164"/>
          <ac:spMkLst>
            <pc:docMk/>
            <pc:sldMk cId="2142082936" sldId="524"/>
            <ac:spMk id="17" creationId="{13D4DC05-CE8F-B921-4C9E-523FF6041D46}"/>
          </ac:spMkLst>
        </pc:spChg>
        <pc:spChg chg="add mod">
          <ac:chgData name="Mitchell Wand" userId="de9b44c55c049659" providerId="LiveId" clId="{C027D577-AC4D-460E-AF68-9767553C1E51}" dt="2022-08-29T18:16:08.410" v="1194" actId="164"/>
          <ac:spMkLst>
            <pc:docMk/>
            <pc:sldMk cId="2142082936" sldId="524"/>
            <ac:spMk id="18" creationId="{DA422BAB-AEDC-38C5-4D18-19CA15FB1AA1}"/>
          </ac:spMkLst>
        </pc:spChg>
        <pc:spChg chg="add mod">
          <ac:chgData name="Mitchell Wand" userId="de9b44c55c049659" providerId="LiveId" clId="{C027D577-AC4D-460E-AF68-9767553C1E51}" dt="2022-08-29T18:16:08.410" v="1194" actId="164"/>
          <ac:spMkLst>
            <pc:docMk/>
            <pc:sldMk cId="2142082936" sldId="524"/>
            <ac:spMk id="19" creationId="{86B8F8EC-EE8B-A7C1-6981-C99539FB2FFD}"/>
          </ac:spMkLst>
        </pc:spChg>
        <pc:spChg chg="add mod">
          <ac:chgData name="Mitchell Wand" userId="de9b44c55c049659" providerId="LiveId" clId="{C027D577-AC4D-460E-AF68-9767553C1E51}" dt="2022-08-29T18:16:08.410" v="1194" actId="164"/>
          <ac:spMkLst>
            <pc:docMk/>
            <pc:sldMk cId="2142082936" sldId="524"/>
            <ac:spMk id="20" creationId="{D32B26A9-C6E4-11A1-6B73-F0E7FA408D77}"/>
          </ac:spMkLst>
        </pc:spChg>
        <pc:spChg chg="add mod">
          <ac:chgData name="Mitchell Wand" userId="de9b44c55c049659" providerId="LiveId" clId="{C027D577-AC4D-460E-AF68-9767553C1E51}" dt="2022-08-29T18:16:08.410" v="1194" actId="164"/>
          <ac:spMkLst>
            <pc:docMk/>
            <pc:sldMk cId="2142082936" sldId="524"/>
            <ac:spMk id="21" creationId="{6CF70320-05F8-5D16-EE20-37B44B179088}"/>
          </ac:spMkLst>
        </pc:spChg>
        <pc:spChg chg="add mod">
          <ac:chgData name="Mitchell Wand" userId="de9b44c55c049659" providerId="LiveId" clId="{C027D577-AC4D-460E-AF68-9767553C1E51}" dt="2022-08-29T18:16:08.410" v="1194" actId="164"/>
          <ac:spMkLst>
            <pc:docMk/>
            <pc:sldMk cId="2142082936" sldId="524"/>
            <ac:spMk id="22" creationId="{65700E32-BDD7-C9F3-AFEB-53F64DED82D0}"/>
          </ac:spMkLst>
        </pc:spChg>
        <pc:spChg chg="add del mod">
          <ac:chgData name="Mitchell Wand" userId="de9b44c55c049659" providerId="LiveId" clId="{C027D577-AC4D-460E-AF68-9767553C1E51}" dt="2022-08-29T18:24:29.335" v="1300"/>
          <ac:spMkLst>
            <pc:docMk/>
            <pc:sldMk cId="2142082936" sldId="524"/>
            <ac:spMk id="24" creationId="{2BB07951-30C1-103E-9BDA-3923BC17253F}"/>
          </ac:spMkLst>
        </pc:spChg>
        <pc:spChg chg="add del mod">
          <ac:chgData name="Mitchell Wand" userId="de9b44c55c049659" providerId="LiveId" clId="{C027D577-AC4D-460E-AF68-9767553C1E51}" dt="2022-08-29T18:24:35.200" v="1302"/>
          <ac:spMkLst>
            <pc:docMk/>
            <pc:sldMk cId="2142082936" sldId="524"/>
            <ac:spMk id="25" creationId="{C865E93F-C76A-3492-C912-234CFAA5F6C8}"/>
          </ac:spMkLst>
        </pc:spChg>
        <pc:grpChg chg="add mod">
          <ac:chgData name="Mitchell Wand" userId="de9b44c55c049659" providerId="LiveId" clId="{C027D577-AC4D-460E-AF68-9767553C1E51}" dt="2022-08-29T18:16:08.410" v="1194" actId="164"/>
          <ac:grpSpMkLst>
            <pc:docMk/>
            <pc:sldMk cId="2142082936" sldId="524"/>
            <ac:grpSpMk id="23" creationId="{2F116E24-F2B5-D4ED-24D3-6802E0F42725}"/>
          </ac:grpSpMkLst>
        </pc:grpChg>
      </pc:sldChg>
      <pc:sldChg chg="addSp modSp del mod modShow">
        <pc:chgData name="Mitchell Wand" userId="de9b44c55c049659" providerId="LiveId" clId="{C027D577-AC4D-460E-AF68-9767553C1E51}" dt="2022-08-29T18:18:49.282" v="1216" actId="2696"/>
        <pc:sldMkLst>
          <pc:docMk/>
          <pc:sldMk cId="2174162086" sldId="525"/>
        </pc:sldMkLst>
        <pc:spChg chg="add mod">
          <ac:chgData name="Mitchell Wand" userId="de9b44c55c049659" providerId="LiveId" clId="{C027D577-AC4D-460E-AF68-9767553C1E51}" dt="2022-08-29T18:18:38.387" v="1215" actId="1076"/>
          <ac:spMkLst>
            <pc:docMk/>
            <pc:sldMk cId="2174162086" sldId="525"/>
            <ac:spMk id="5" creationId="{9D32F99D-D8BF-8DEA-CD11-4F814D22E901}"/>
          </ac:spMkLst>
        </pc:spChg>
      </pc:sldChg>
      <pc:sldChg chg="modSp mod">
        <pc:chgData name="Mitchell Wand" userId="de9b44c55c049659" providerId="LiveId" clId="{C027D577-AC4D-460E-AF68-9767553C1E51}" dt="2022-08-29T18:19:08.384" v="1219" actId="20577"/>
        <pc:sldMkLst>
          <pc:docMk/>
          <pc:sldMk cId="1975669705" sldId="526"/>
        </pc:sldMkLst>
        <pc:spChg chg="mod">
          <ac:chgData name="Mitchell Wand" userId="de9b44c55c049659" providerId="LiveId" clId="{C027D577-AC4D-460E-AF68-9767553C1E51}" dt="2022-08-29T18:19:08.384" v="1219" actId="20577"/>
          <ac:spMkLst>
            <pc:docMk/>
            <pc:sldMk cId="1975669705" sldId="526"/>
            <ac:spMk id="2" creationId="{62B84ADF-FE0F-18D6-23B1-708E70C861E8}"/>
          </ac:spMkLst>
        </pc:spChg>
      </pc:sldChg>
      <pc:sldChg chg="addSp delSp modSp mod">
        <pc:chgData name="Mitchell Wand" userId="de9b44c55c049659" providerId="LiveId" clId="{C027D577-AC4D-460E-AF68-9767553C1E51}" dt="2022-08-29T18:34:32.517" v="1384" actId="207"/>
        <pc:sldMkLst>
          <pc:docMk/>
          <pc:sldMk cId="3767598054" sldId="527"/>
        </pc:sldMkLst>
        <pc:spChg chg="mod">
          <ac:chgData name="Mitchell Wand" userId="de9b44c55c049659" providerId="LiveId" clId="{C027D577-AC4D-460E-AF68-9767553C1E51}" dt="2022-08-29T18:34:32.517" v="1384" actId="207"/>
          <ac:spMkLst>
            <pc:docMk/>
            <pc:sldMk cId="3767598054" sldId="527"/>
            <ac:spMk id="2" creationId="{8EED397E-2E18-DD79-0A0C-92B8569ECC53}"/>
          </ac:spMkLst>
        </pc:spChg>
        <pc:spChg chg="add del mod">
          <ac:chgData name="Mitchell Wand" userId="de9b44c55c049659" providerId="LiveId" clId="{C027D577-AC4D-460E-AF68-9767553C1E51}" dt="2022-08-29T18:32:33.921" v="1335" actId="478"/>
          <ac:spMkLst>
            <pc:docMk/>
            <pc:sldMk cId="3767598054" sldId="527"/>
            <ac:spMk id="5" creationId="{B35B3AAB-1A85-C1B7-ED99-BEB03E10C1E1}"/>
          </ac:spMkLst>
        </pc:spChg>
      </pc:sldChg>
      <pc:sldChg chg="addSp delSp modSp mod">
        <pc:chgData name="Mitchell Wand" userId="de9b44c55c049659" providerId="LiveId" clId="{C027D577-AC4D-460E-AF68-9767553C1E51}" dt="2022-08-29T18:35:21.732" v="1397" actId="6549"/>
        <pc:sldMkLst>
          <pc:docMk/>
          <pc:sldMk cId="2380919774" sldId="528"/>
        </pc:sldMkLst>
        <pc:spChg chg="mod">
          <ac:chgData name="Mitchell Wand" userId="de9b44c55c049659" providerId="LiveId" clId="{C027D577-AC4D-460E-AF68-9767553C1E51}" dt="2022-08-29T18:35:15.166" v="1396" actId="27636"/>
          <ac:spMkLst>
            <pc:docMk/>
            <pc:sldMk cId="2380919774" sldId="528"/>
            <ac:spMk id="2" creationId="{C90999C4-2A70-0079-B9EA-A4A6D3FED5B9}"/>
          </ac:spMkLst>
        </pc:spChg>
        <pc:spChg chg="mod">
          <ac:chgData name="Mitchell Wand" userId="de9b44c55c049659" providerId="LiveId" clId="{C027D577-AC4D-460E-AF68-9767553C1E51}" dt="2022-08-29T18:35:21.732" v="1397" actId="6549"/>
          <ac:spMkLst>
            <pc:docMk/>
            <pc:sldMk cId="2380919774" sldId="528"/>
            <ac:spMk id="3" creationId="{AD9B9198-32C4-7A6D-452D-954A4841920C}"/>
          </ac:spMkLst>
        </pc:spChg>
        <pc:spChg chg="mod">
          <ac:chgData name="Mitchell Wand" userId="de9b44c55c049659" providerId="LiveId" clId="{C027D577-AC4D-460E-AF68-9767553C1E51}" dt="2022-08-29T18:20:15.350" v="1233"/>
          <ac:spMkLst>
            <pc:docMk/>
            <pc:sldMk cId="2380919774" sldId="528"/>
            <ac:spMk id="6" creationId="{48003EC9-8280-5DCA-4D3F-0A41FE74C27F}"/>
          </ac:spMkLst>
        </pc:spChg>
        <pc:spChg chg="mod">
          <ac:chgData name="Mitchell Wand" userId="de9b44c55c049659" providerId="LiveId" clId="{C027D577-AC4D-460E-AF68-9767553C1E51}" dt="2022-08-29T18:20:15.350" v="1233"/>
          <ac:spMkLst>
            <pc:docMk/>
            <pc:sldMk cId="2380919774" sldId="528"/>
            <ac:spMk id="7" creationId="{A7CCE231-D230-D8F6-05E8-6DE92B1BB10F}"/>
          </ac:spMkLst>
        </pc:spChg>
        <pc:spChg chg="mod">
          <ac:chgData name="Mitchell Wand" userId="de9b44c55c049659" providerId="LiveId" clId="{C027D577-AC4D-460E-AF68-9767553C1E51}" dt="2022-08-29T18:20:15.350" v="1233"/>
          <ac:spMkLst>
            <pc:docMk/>
            <pc:sldMk cId="2380919774" sldId="528"/>
            <ac:spMk id="8" creationId="{8BE2F3A9-260B-0064-99B3-DE278A1DC5BB}"/>
          </ac:spMkLst>
        </pc:spChg>
        <pc:spChg chg="mod">
          <ac:chgData name="Mitchell Wand" userId="de9b44c55c049659" providerId="LiveId" clId="{C027D577-AC4D-460E-AF68-9767553C1E51}" dt="2022-08-29T18:20:15.350" v="1233"/>
          <ac:spMkLst>
            <pc:docMk/>
            <pc:sldMk cId="2380919774" sldId="528"/>
            <ac:spMk id="9" creationId="{973D397B-5687-BC0A-65DC-E545DBE3A8C7}"/>
          </ac:spMkLst>
        </pc:spChg>
        <pc:spChg chg="mod">
          <ac:chgData name="Mitchell Wand" userId="de9b44c55c049659" providerId="LiveId" clId="{C027D577-AC4D-460E-AF68-9767553C1E51}" dt="2022-08-29T18:20:15.350" v="1233"/>
          <ac:spMkLst>
            <pc:docMk/>
            <pc:sldMk cId="2380919774" sldId="528"/>
            <ac:spMk id="10" creationId="{15D63B07-011A-7414-5962-0E7AF1EA1A16}"/>
          </ac:spMkLst>
        </pc:spChg>
        <pc:spChg chg="mod">
          <ac:chgData name="Mitchell Wand" userId="de9b44c55c049659" providerId="LiveId" clId="{C027D577-AC4D-460E-AF68-9767553C1E51}" dt="2022-08-29T18:20:15.350" v="1233"/>
          <ac:spMkLst>
            <pc:docMk/>
            <pc:sldMk cId="2380919774" sldId="528"/>
            <ac:spMk id="11" creationId="{C064B313-05CC-4C9F-EBA3-20ECFB23CA9B}"/>
          </ac:spMkLst>
        </pc:spChg>
        <pc:spChg chg="mod">
          <ac:chgData name="Mitchell Wand" userId="de9b44c55c049659" providerId="LiveId" clId="{C027D577-AC4D-460E-AF68-9767553C1E51}" dt="2022-08-29T18:20:15.350" v="1233"/>
          <ac:spMkLst>
            <pc:docMk/>
            <pc:sldMk cId="2380919774" sldId="528"/>
            <ac:spMk id="12" creationId="{488F119C-4111-7947-6E2F-63D2463CED0A}"/>
          </ac:spMkLst>
        </pc:spChg>
        <pc:spChg chg="mod">
          <ac:chgData name="Mitchell Wand" userId="de9b44c55c049659" providerId="LiveId" clId="{C027D577-AC4D-460E-AF68-9767553C1E51}" dt="2022-08-29T18:20:15.350" v="1233"/>
          <ac:spMkLst>
            <pc:docMk/>
            <pc:sldMk cId="2380919774" sldId="528"/>
            <ac:spMk id="13" creationId="{8BEE66A2-6EF0-E30A-1059-546CD654E927}"/>
          </ac:spMkLst>
        </pc:spChg>
        <pc:spChg chg="mod">
          <ac:chgData name="Mitchell Wand" userId="de9b44c55c049659" providerId="LiveId" clId="{C027D577-AC4D-460E-AF68-9767553C1E51}" dt="2022-08-29T18:20:15.350" v="1233"/>
          <ac:spMkLst>
            <pc:docMk/>
            <pc:sldMk cId="2380919774" sldId="528"/>
            <ac:spMk id="14" creationId="{B855967C-34D9-62CB-DA89-2CBC97F94162}"/>
          </ac:spMkLst>
        </pc:spChg>
        <pc:spChg chg="mod">
          <ac:chgData name="Mitchell Wand" userId="de9b44c55c049659" providerId="LiveId" clId="{C027D577-AC4D-460E-AF68-9767553C1E51}" dt="2022-08-29T18:20:15.350" v="1233"/>
          <ac:spMkLst>
            <pc:docMk/>
            <pc:sldMk cId="2380919774" sldId="528"/>
            <ac:spMk id="15" creationId="{18C5C6FD-A5FF-7593-5D27-4582893EC7D8}"/>
          </ac:spMkLst>
        </pc:spChg>
        <pc:spChg chg="mod">
          <ac:chgData name="Mitchell Wand" userId="de9b44c55c049659" providerId="LiveId" clId="{C027D577-AC4D-460E-AF68-9767553C1E51}" dt="2022-08-29T18:20:15.350" v="1233"/>
          <ac:spMkLst>
            <pc:docMk/>
            <pc:sldMk cId="2380919774" sldId="528"/>
            <ac:spMk id="16" creationId="{725E60B0-C098-8F21-F48A-F8CFF9C2AA25}"/>
          </ac:spMkLst>
        </pc:spChg>
        <pc:spChg chg="mod">
          <ac:chgData name="Mitchell Wand" userId="de9b44c55c049659" providerId="LiveId" clId="{C027D577-AC4D-460E-AF68-9767553C1E51}" dt="2022-08-29T18:20:15.350" v="1233"/>
          <ac:spMkLst>
            <pc:docMk/>
            <pc:sldMk cId="2380919774" sldId="528"/>
            <ac:spMk id="17" creationId="{9333A736-1043-9950-E8A7-DA8A3D0B3C3D}"/>
          </ac:spMkLst>
        </pc:spChg>
        <pc:spChg chg="mod">
          <ac:chgData name="Mitchell Wand" userId="de9b44c55c049659" providerId="LiveId" clId="{C027D577-AC4D-460E-AF68-9767553C1E51}" dt="2022-08-29T18:20:15.350" v="1233"/>
          <ac:spMkLst>
            <pc:docMk/>
            <pc:sldMk cId="2380919774" sldId="528"/>
            <ac:spMk id="18" creationId="{B719FB80-0B5A-FBEF-9F1B-D7F936A383F4}"/>
          </ac:spMkLst>
        </pc:spChg>
        <pc:spChg chg="add del mod">
          <ac:chgData name="Mitchell Wand" userId="de9b44c55c049659" providerId="LiveId" clId="{C027D577-AC4D-460E-AF68-9767553C1E51}" dt="2022-08-29T18:34:47.383" v="1385" actId="478"/>
          <ac:spMkLst>
            <pc:docMk/>
            <pc:sldMk cId="2380919774" sldId="528"/>
            <ac:spMk id="19" creationId="{5A783288-3C5A-9112-FD54-2F43E0F6EB69}"/>
          </ac:spMkLst>
        </pc:spChg>
        <pc:grpChg chg="add del mod">
          <ac:chgData name="Mitchell Wand" userId="de9b44c55c049659" providerId="LiveId" clId="{C027D577-AC4D-460E-AF68-9767553C1E51}" dt="2022-08-29T18:20:16.631" v="1234"/>
          <ac:grpSpMkLst>
            <pc:docMk/>
            <pc:sldMk cId="2380919774" sldId="528"/>
            <ac:grpSpMk id="5" creationId="{4612D9B2-5984-1BB6-1F50-11E509D3ED95}"/>
          </ac:grpSpMkLst>
        </pc:grpChg>
      </pc:sldChg>
      <pc:sldChg chg="addSp delSp modSp mod modClrScheme chgLayout">
        <pc:chgData name="Mitchell Wand" userId="de9b44c55c049659" providerId="LiveId" clId="{C027D577-AC4D-460E-AF68-9767553C1E51}" dt="2022-08-29T18:38:30.126" v="1416" actId="1076"/>
        <pc:sldMkLst>
          <pc:docMk/>
          <pc:sldMk cId="3248119391" sldId="530"/>
        </pc:sldMkLst>
        <pc:spChg chg="add del mod">
          <ac:chgData name="Mitchell Wand" userId="de9b44c55c049659" providerId="LiveId" clId="{C027D577-AC4D-460E-AF68-9767553C1E51}" dt="2022-08-29T18:24:16.252" v="1298"/>
          <ac:spMkLst>
            <pc:docMk/>
            <pc:sldMk cId="3248119391" sldId="530"/>
            <ac:spMk id="2" creationId="{124EF3E8-5B2C-321D-BFEA-2728E3332FBF}"/>
          </ac:spMkLst>
        </pc:spChg>
        <pc:spChg chg="add del mod">
          <ac:chgData name="Mitchell Wand" userId="de9b44c55c049659" providerId="LiveId" clId="{C027D577-AC4D-460E-AF68-9767553C1E51}" dt="2022-08-29T18:36:51.959" v="1398" actId="478"/>
          <ac:spMkLst>
            <pc:docMk/>
            <pc:sldMk cId="3248119391" sldId="530"/>
            <ac:spMk id="3" creationId="{85DE2470-BF3B-EB48-95C4-D1E5F2518F1D}"/>
          </ac:spMkLst>
        </pc:spChg>
        <pc:spChg chg="mod ord">
          <ac:chgData name="Mitchell Wand" userId="de9b44c55c049659" providerId="LiveId" clId="{C027D577-AC4D-460E-AF68-9767553C1E51}" dt="2022-08-29T18:37:47.939" v="1410" actId="700"/>
          <ac:spMkLst>
            <pc:docMk/>
            <pc:sldMk cId="3248119391" sldId="530"/>
            <ac:spMk id="4" creationId="{27A80716-FB8D-4FAF-7951-20C4DBBAE052}"/>
          </ac:spMkLst>
        </pc:spChg>
        <pc:spChg chg="mod ord">
          <ac:chgData name="Mitchell Wand" userId="de9b44c55c049659" providerId="LiveId" clId="{C027D577-AC4D-460E-AF68-9767553C1E51}" dt="2022-08-29T18:38:06.470" v="1414" actId="27636"/>
          <ac:spMkLst>
            <pc:docMk/>
            <pc:sldMk cId="3248119391" sldId="530"/>
            <ac:spMk id="5" creationId="{34F4B424-3DFD-61BF-9E87-1EAA62FAA4B8}"/>
          </ac:spMkLst>
        </pc:spChg>
        <pc:spChg chg="mod ord">
          <ac:chgData name="Mitchell Wand" userId="de9b44c55c049659" providerId="LiveId" clId="{C027D577-AC4D-460E-AF68-9767553C1E51}" dt="2022-08-29T18:38:14.006" v="1415" actId="20577"/>
          <ac:spMkLst>
            <pc:docMk/>
            <pc:sldMk cId="3248119391" sldId="530"/>
            <ac:spMk id="6" creationId="{31DAD894-0848-688A-293A-E8DE08C49ADD}"/>
          </ac:spMkLst>
        </pc:spChg>
        <pc:spChg chg="mod">
          <ac:chgData name="Mitchell Wand" userId="de9b44c55c049659" providerId="LiveId" clId="{C027D577-AC4D-460E-AF68-9767553C1E51}" dt="2022-08-29T18:38:30.126" v="1416" actId="1076"/>
          <ac:spMkLst>
            <pc:docMk/>
            <pc:sldMk cId="3248119391" sldId="530"/>
            <ac:spMk id="7" creationId="{46754642-7BCE-A832-FB80-FB8ADF73088B}"/>
          </ac:spMkLst>
        </pc:spChg>
        <pc:spChg chg="add del mod">
          <ac:chgData name="Mitchell Wand" userId="de9b44c55c049659" providerId="LiveId" clId="{C027D577-AC4D-460E-AF68-9767553C1E51}" dt="2022-08-29T18:37:33.488" v="1407"/>
          <ac:spMkLst>
            <pc:docMk/>
            <pc:sldMk cId="3248119391" sldId="530"/>
            <ac:spMk id="8" creationId="{DE9CF24D-3DA3-66CE-6CCF-75EFA0952026}"/>
          </ac:spMkLst>
        </pc:spChg>
        <pc:spChg chg="add del mod">
          <ac:chgData name="Mitchell Wand" userId="de9b44c55c049659" providerId="LiveId" clId="{C027D577-AC4D-460E-AF68-9767553C1E51}" dt="2022-08-29T18:37:33.488" v="1407"/>
          <ac:spMkLst>
            <pc:docMk/>
            <pc:sldMk cId="3248119391" sldId="530"/>
            <ac:spMk id="9" creationId="{226179E2-5C53-D62D-F320-44018CA596F3}"/>
          </ac:spMkLst>
        </pc:spChg>
        <pc:spChg chg="add del mod">
          <ac:chgData name="Mitchell Wand" userId="de9b44c55c049659" providerId="LiveId" clId="{C027D577-AC4D-460E-AF68-9767553C1E51}" dt="2022-08-29T18:37:33.488" v="1407"/>
          <ac:spMkLst>
            <pc:docMk/>
            <pc:sldMk cId="3248119391" sldId="530"/>
            <ac:spMk id="10" creationId="{7215C128-1EE1-0410-880A-8299EE92D947}"/>
          </ac:spMkLst>
        </pc:spChg>
      </pc:sldChg>
      <pc:sldChg chg="modSp mod">
        <pc:chgData name="Mitchell Wand" userId="de9b44c55c049659" providerId="LiveId" clId="{C027D577-AC4D-460E-AF68-9767553C1E51}" dt="2022-08-29T18:39:00.634" v="1418" actId="1076"/>
        <pc:sldMkLst>
          <pc:docMk/>
          <pc:sldMk cId="180694382" sldId="532"/>
        </pc:sldMkLst>
        <pc:spChg chg="mod">
          <ac:chgData name="Mitchell Wand" userId="de9b44c55c049659" providerId="LiveId" clId="{C027D577-AC4D-460E-AF68-9767553C1E51}" dt="2022-08-29T18:38:55.796" v="1417" actId="20577"/>
          <ac:spMkLst>
            <pc:docMk/>
            <pc:sldMk cId="180694382" sldId="532"/>
            <ac:spMk id="6" creationId="{31DAD894-0848-688A-293A-E8DE08C49ADD}"/>
          </ac:spMkLst>
        </pc:spChg>
        <pc:spChg chg="mod">
          <ac:chgData name="Mitchell Wand" userId="de9b44c55c049659" providerId="LiveId" clId="{C027D577-AC4D-460E-AF68-9767553C1E51}" dt="2022-08-29T18:39:00.634" v="1418" actId="1076"/>
          <ac:spMkLst>
            <pc:docMk/>
            <pc:sldMk cId="180694382" sldId="532"/>
            <ac:spMk id="7" creationId="{46754642-7BCE-A832-FB80-FB8ADF73088B}"/>
          </ac:spMkLst>
        </pc:spChg>
      </pc:sldChg>
      <pc:sldChg chg="modSp mod">
        <pc:chgData name="Mitchell Wand" userId="de9b44c55c049659" providerId="LiveId" clId="{C027D577-AC4D-460E-AF68-9767553C1E51}" dt="2022-08-29T18:39:31.045" v="1448" actId="20577"/>
        <pc:sldMkLst>
          <pc:docMk/>
          <pc:sldMk cId="3865144003" sldId="536"/>
        </pc:sldMkLst>
        <pc:spChg chg="mod">
          <ac:chgData name="Mitchell Wand" userId="de9b44c55c049659" providerId="LiveId" clId="{C027D577-AC4D-460E-AF68-9767553C1E51}" dt="2022-08-29T18:39:31.045" v="1448" actId="20577"/>
          <ac:spMkLst>
            <pc:docMk/>
            <pc:sldMk cId="3865144003" sldId="536"/>
            <ac:spMk id="2" creationId="{90ED6850-1CA2-FEBB-B30C-05C8B7FE6D5D}"/>
          </ac:spMkLst>
        </pc:spChg>
      </pc:sldChg>
      <pc:sldChg chg="modSp mod">
        <pc:chgData name="Mitchell Wand" userId="de9b44c55c049659" providerId="LiveId" clId="{C027D577-AC4D-460E-AF68-9767553C1E51}" dt="2022-08-29T18:39:45.764" v="1452" actId="20577"/>
        <pc:sldMkLst>
          <pc:docMk/>
          <pc:sldMk cId="3754954376" sldId="537"/>
        </pc:sldMkLst>
        <pc:spChg chg="mod">
          <ac:chgData name="Mitchell Wand" userId="de9b44c55c049659" providerId="LiveId" clId="{C027D577-AC4D-460E-AF68-9767553C1E51}" dt="2022-08-29T18:39:45.764" v="1452" actId="20577"/>
          <ac:spMkLst>
            <pc:docMk/>
            <pc:sldMk cId="3754954376" sldId="537"/>
            <ac:spMk id="2" creationId="{90ED6850-1CA2-FEBB-B30C-05C8B7FE6D5D}"/>
          </ac:spMkLst>
        </pc:spChg>
      </pc:sldChg>
      <pc:sldChg chg="modSp mod">
        <pc:chgData name="Mitchell Wand" userId="de9b44c55c049659" providerId="LiveId" clId="{C027D577-AC4D-460E-AF68-9767553C1E51}" dt="2022-08-29T18:40:18.806" v="1485" actId="20577"/>
        <pc:sldMkLst>
          <pc:docMk/>
          <pc:sldMk cId="2977586155" sldId="542"/>
        </pc:sldMkLst>
        <pc:spChg chg="mod">
          <ac:chgData name="Mitchell Wand" userId="de9b44c55c049659" providerId="LiveId" clId="{C027D577-AC4D-460E-AF68-9767553C1E51}" dt="2022-08-29T18:40:18.806" v="1485" actId="20577"/>
          <ac:spMkLst>
            <pc:docMk/>
            <pc:sldMk cId="2977586155" sldId="542"/>
            <ac:spMk id="2" creationId="{2F5ED85B-4259-FF56-B662-3C4045E3B965}"/>
          </ac:spMkLst>
        </pc:spChg>
      </pc:sldChg>
      <pc:sldChg chg="addSp delSp modSp add mod">
        <pc:chgData name="Mitchell Wand" userId="de9b44c55c049659" providerId="LiveId" clId="{C027D577-AC4D-460E-AF68-9767553C1E51}" dt="2022-08-29T18:16:53.882" v="1201" actId="27636"/>
        <pc:sldMkLst>
          <pc:docMk/>
          <pc:sldMk cId="1120610488" sldId="543"/>
        </pc:sldMkLst>
        <pc:spChg chg="mod">
          <ac:chgData name="Mitchell Wand" userId="de9b44c55c049659" providerId="LiveId" clId="{C027D577-AC4D-460E-AF68-9767553C1E51}" dt="2022-08-29T18:16:53.882" v="1201" actId="27636"/>
          <ac:spMkLst>
            <pc:docMk/>
            <pc:sldMk cId="1120610488" sldId="543"/>
            <ac:spMk id="3" creationId="{ADAB3463-9C3C-8346-A06A-BAD33DA43ABE}"/>
          </ac:spMkLst>
        </pc:spChg>
        <pc:spChg chg="del">
          <ac:chgData name="Mitchell Wand" userId="de9b44c55c049659" providerId="LiveId" clId="{C027D577-AC4D-460E-AF68-9767553C1E51}" dt="2022-08-29T18:15:51.468" v="1193" actId="478"/>
          <ac:spMkLst>
            <pc:docMk/>
            <pc:sldMk cId="1120610488" sldId="543"/>
            <ac:spMk id="4" creationId="{D4FFEF72-6F3F-6C4A-BABE-6B32FD0F1042}"/>
          </ac:spMkLst>
        </pc:spChg>
        <pc:spChg chg="mod">
          <ac:chgData name="Mitchell Wand" userId="de9b44c55c049659" providerId="LiveId" clId="{C027D577-AC4D-460E-AF68-9767553C1E51}" dt="2022-08-29T18:16:22.699" v="1196"/>
          <ac:spMkLst>
            <pc:docMk/>
            <pc:sldMk cId="1120610488" sldId="543"/>
            <ac:spMk id="35" creationId="{C6C63A67-A60D-E7DB-13CA-1CAFF39CF3DD}"/>
          </ac:spMkLst>
        </pc:spChg>
        <pc:spChg chg="mod">
          <ac:chgData name="Mitchell Wand" userId="de9b44c55c049659" providerId="LiveId" clId="{C027D577-AC4D-460E-AF68-9767553C1E51}" dt="2022-08-29T18:16:22.699" v="1196"/>
          <ac:spMkLst>
            <pc:docMk/>
            <pc:sldMk cId="1120610488" sldId="543"/>
            <ac:spMk id="36" creationId="{CD2C5195-1C86-825C-B650-F0212ADECE7E}"/>
          </ac:spMkLst>
        </pc:spChg>
        <pc:spChg chg="mod">
          <ac:chgData name="Mitchell Wand" userId="de9b44c55c049659" providerId="LiveId" clId="{C027D577-AC4D-460E-AF68-9767553C1E51}" dt="2022-08-29T18:16:22.699" v="1196"/>
          <ac:spMkLst>
            <pc:docMk/>
            <pc:sldMk cId="1120610488" sldId="543"/>
            <ac:spMk id="37" creationId="{C6A1B265-E1DC-CFE5-BE44-30C57ECF434F}"/>
          </ac:spMkLst>
        </pc:spChg>
        <pc:spChg chg="mod">
          <ac:chgData name="Mitchell Wand" userId="de9b44c55c049659" providerId="LiveId" clId="{C027D577-AC4D-460E-AF68-9767553C1E51}" dt="2022-08-29T18:16:22.699" v="1196"/>
          <ac:spMkLst>
            <pc:docMk/>
            <pc:sldMk cId="1120610488" sldId="543"/>
            <ac:spMk id="38" creationId="{BF49F202-9BB8-EFFC-010E-7EFBB76BE128}"/>
          </ac:spMkLst>
        </pc:spChg>
        <pc:spChg chg="mod">
          <ac:chgData name="Mitchell Wand" userId="de9b44c55c049659" providerId="LiveId" clId="{C027D577-AC4D-460E-AF68-9767553C1E51}" dt="2022-08-29T18:16:22.699" v="1196"/>
          <ac:spMkLst>
            <pc:docMk/>
            <pc:sldMk cId="1120610488" sldId="543"/>
            <ac:spMk id="39" creationId="{B394EDF9-1149-9700-852F-62AF61B357A5}"/>
          </ac:spMkLst>
        </pc:spChg>
        <pc:spChg chg="mod">
          <ac:chgData name="Mitchell Wand" userId="de9b44c55c049659" providerId="LiveId" clId="{C027D577-AC4D-460E-AF68-9767553C1E51}" dt="2022-08-29T18:16:22.699" v="1196"/>
          <ac:spMkLst>
            <pc:docMk/>
            <pc:sldMk cId="1120610488" sldId="543"/>
            <ac:spMk id="40" creationId="{19D2BDD9-CD70-C4D5-8F76-ADE784FE631D}"/>
          </ac:spMkLst>
        </pc:spChg>
        <pc:spChg chg="mod">
          <ac:chgData name="Mitchell Wand" userId="de9b44c55c049659" providerId="LiveId" clId="{C027D577-AC4D-460E-AF68-9767553C1E51}" dt="2022-08-29T18:16:22.699" v="1196"/>
          <ac:spMkLst>
            <pc:docMk/>
            <pc:sldMk cId="1120610488" sldId="543"/>
            <ac:spMk id="41" creationId="{D540CE40-ABA4-1D48-3960-B914AF37E84C}"/>
          </ac:spMkLst>
        </pc:spChg>
        <pc:spChg chg="mod">
          <ac:chgData name="Mitchell Wand" userId="de9b44c55c049659" providerId="LiveId" clId="{C027D577-AC4D-460E-AF68-9767553C1E51}" dt="2022-08-29T18:16:22.699" v="1196"/>
          <ac:spMkLst>
            <pc:docMk/>
            <pc:sldMk cId="1120610488" sldId="543"/>
            <ac:spMk id="42" creationId="{62EAF991-A40C-96EF-9905-FFE6BE698188}"/>
          </ac:spMkLst>
        </pc:spChg>
        <pc:spChg chg="mod">
          <ac:chgData name="Mitchell Wand" userId="de9b44c55c049659" providerId="LiveId" clId="{C027D577-AC4D-460E-AF68-9767553C1E51}" dt="2022-08-29T18:16:22.699" v="1196"/>
          <ac:spMkLst>
            <pc:docMk/>
            <pc:sldMk cId="1120610488" sldId="543"/>
            <ac:spMk id="43" creationId="{9F7F6242-3DF5-5C7D-D74B-CC7E26A98A90}"/>
          </ac:spMkLst>
        </pc:spChg>
        <pc:spChg chg="mod">
          <ac:chgData name="Mitchell Wand" userId="de9b44c55c049659" providerId="LiveId" clId="{C027D577-AC4D-460E-AF68-9767553C1E51}" dt="2022-08-29T18:16:22.699" v="1196"/>
          <ac:spMkLst>
            <pc:docMk/>
            <pc:sldMk cId="1120610488" sldId="543"/>
            <ac:spMk id="44" creationId="{A02A9D6B-3264-3646-9613-8FDAF5C0B21F}"/>
          </ac:spMkLst>
        </pc:spChg>
        <pc:spChg chg="mod">
          <ac:chgData name="Mitchell Wand" userId="de9b44c55c049659" providerId="LiveId" clId="{C027D577-AC4D-460E-AF68-9767553C1E51}" dt="2022-08-29T18:16:22.699" v="1196"/>
          <ac:spMkLst>
            <pc:docMk/>
            <pc:sldMk cId="1120610488" sldId="543"/>
            <ac:spMk id="45" creationId="{EFA5DAF2-8BC8-9633-B8C3-8A77F5F704F7}"/>
          </ac:spMkLst>
        </pc:spChg>
        <pc:spChg chg="mod">
          <ac:chgData name="Mitchell Wand" userId="de9b44c55c049659" providerId="LiveId" clId="{C027D577-AC4D-460E-AF68-9767553C1E51}" dt="2022-08-29T18:16:22.699" v="1196"/>
          <ac:spMkLst>
            <pc:docMk/>
            <pc:sldMk cId="1120610488" sldId="543"/>
            <ac:spMk id="46" creationId="{9F69A026-02A5-4CCC-3876-F980D023EE90}"/>
          </ac:spMkLst>
        </pc:spChg>
        <pc:spChg chg="mod">
          <ac:chgData name="Mitchell Wand" userId="de9b44c55c049659" providerId="LiveId" clId="{C027D577-AC4D-460E-AF68-9767553C1E51}" dt="2022-08-29T18:16:22.699" v="1196"/>
          <ac:spMkLst>
            <pc:docMk/>
            <pc:sldMk cId="1120610488" sldId="543"/>
            <ac:spMk id="47" creationId="{45610286-FE1C-52C2-5CF8-DE0E58CA8A7A}"/>
          </ac:spMkLst>
        </pc:spChg>
        <pc:grpChg chg="del">
          <ac:chgData name="Mitchell Wand" userId="de9b44c55c049659" providerId="LiveId" clId="{C027D577-AC4D-460E-AF68-9767553C1E51}" dt="2022-08-29T18:16:20.183" v="1195" actId="478"/>
          <ac:grpSpMkLst>
            <pc:docMk/>
            <pc:sldMk cId="1120610488" sldId="543"/>
            <ac:grpSpMk id="6" creationId="{68FF6421-A549-D542-9A47-7547452A9A35}"/>
          </ac:grpSpMkLst>
        </pc:grpChg>
        <pc:grpChg chg="add del mod">
          <ac:chgData name="Mitchell Wand" userId="de9b44c55c049659" providerId="LiveId" clId="{C027D577-AC4D-460E-AF68-9767553C1E51}" dt="2022-08-29T18:16:49.036" v="1199" actId="478"/>
          <ac:grpSpMkLst>
            <pc:docMk/>
            <pc:sldMk cId="1120610488" sldId="543"/>
            <ac:grpSpMk id="34" creationId="{109A330C-12DA-7F1A-51A6-D91593256AB0}"/>
          </ac:grpSpMkLst>
        </pc:grpChg>
      </pc:sldChg>
    </pc:docChg>
  </pc:docChgLst>
  <pc:docChgLst>
    <pc:chgData name="Mitchell Wand" userId="de9b44c55c049659" providerId="LiveId" clId="{2CEF4DC6-0291-4031-B743-2034250D9D86}"/>
    <pc:docChg chg="undo custSel modSld">
      <pc:chgData name="Mitchell Wand" userId="de9b44c55c049659" providerId="LiveId" clId="{2CEF4DC6-0291-4031-B743-2034250D9D86}" dt="2024-08-13T20:46:45.494" v="620" actId="20577"/>
      <pc:docMkLst>
        <pc:docMk/>
      </pc:docMkLst>
      <pc:sldChg chg="modAnim modNotesTx">
        <pc:chgData name="Mitchell Wand" userId="de9b44c55c049659" providerId="LiveId" clId="{2CEF4DC6-0291-4031-B743-2034250D9D86}" dt="2024-08-13T18:20:50.249" v="21" actId="6549"/>
        <pc:sldMkLst>
          <pc:docMk/>
          <pc:sldMk cId="3346099260" sldId="397"/>
        </pc:sldMkLst>
      </pc:sldChg>
      <pc:sldChg chg="modNotesTx">
        <pc:chgData name="Mitchell Wand" userId="de9b44c55c049659" providerId="LiveId" clId="{2CEF4DC6-0291-4031-B743-2034250D9D86}" dt="2024-08-13T20:39:44.439" v="214" actId="20577"/>
        <pc:sldMkLst>
          <pc:docMk/>
          <pc:sldMk cId="2142082936" sldId="524"/>
        </pc:sldMkLst>
      </pc:sldChg>
      <pc:sldChg chg="modNotesTx">
        <pc:chgData name="Mitchell Wand" userId="de9b44c55c049659" providerId="LiveId" clId="{2CEF4DC6-0291-4031-B743-2034250D9D86}" dt="2024-08-13T20:40:24.742" v="265" actId="20577"/>
        <pc:sldMkLst>
          <pc:docMk/>
          <pc:sldMk cId="1975669705" sldId="526"/>
        </pc:sldMkLst>
      </pc:sldChg>
      <pc:sldChg chg="modNotesTx">
        <pc:chgData name="Mitchell Wand" userId="de9b44c55c049659" providerId="LiveId" clId="{2CEF4DC6-0291-4031-B743-2034250D9D86}" dt="2024-08-13T20:41:29.301" v="342" actId="20577"/>
        <pc:sldMkLst>
          <pc:docMk/>
          <pc:sldMk cId="1528585087" sldId="529"/>
        </pc:sldMkLst>
      </pc:sldChg>
      <pc:sldChg chg="modNotesTx">
        <pc:chgData name="Mitchell Wand" userId="de9b44c55c049659" providerId="LiveId" clId="{2CEF4DC6-0291-4031-B743-2034250D9D86}" dt="2024-08-13T20:43:53.995" v="549" actId="20577"/>
        <pc:sldMkLst>
          <pc:docMk/>
          <pc:sldMk cId="2603138617" sldId="531"/>
        </pc:sldMkLst>
      </pc:sldChg>
      <pc:sldChg chg="modNotesTx">
        <pc:chgData name="Mitchell Wand" userId="de9b44c55c049659" providerId="LiveId" clId="{2CEF4DC6-0291-4031-B743-2034250D9D86}" dt="2024-08-13T18:23:38.738" v="181" actId="20577"/>
        <pc:sldMkLst>
          <pc:docMk/>
          <pc:sldMk cId="1120610488" sldId="543"/>
        </pc:sldMkLst>
      </pc:sldChg>
      <pc:sldChg chg="modNotesTx">
        <pc:chgData name="Mitchell Wand" userId="de9b44c55c049659" providerId="LiveId" clId="{2CEF4DC6-0291-4031-B743-2034250D9D86}" dt="2024-08-13T20:46:45.494" v="620" actId="20577"/>
        <pc:sldMkLst>
          <pc:docMk/>
          <pc:sldMk cId="2850543431" sldId="547"/>
        </pc:sldMkLst>
      </pc:sldChg>
    </pc:docChg>
  </pc:docChgLst>
  <pc:docChgLst>
    <pc:chgData name="Mitchell Wand" userId="de9b44c55c049659" providerId="LiveId" clId="{ACA31533-D7E5-4647-92CA-20F092EE7CE8}"/>
    <pc:docChg chg="modSld">
      <pc:chgData name="Mitchell Wand" userId="de9b44c55c049659" providerId="LiveId" clId="{ACA31533-D7E5-4647-92CA-20F092EE7CE8}" dt="2022-08-31T01:50:01.528" v="0" actId="20577"/>
      <pc:docMkLst>
        <pc:docMk/>
      </pc:docMkLst>
      <pc:sldChg chg="modSp mod">
        <pc:chgData name="Mitchell Wand" userId="de9b44c55c049659" providerId="LiveId" clId="{ACA31533-D7E5-4647-92CA-20F092EE7CE8}" dt="2022-08-31T01:50:01.528" v="0" actId="20577"/>
        <pc:sldMkLst>
          <pc:docMk/>
          <pc:sldMk cId="3025610200" sldId="485"/>
        </pc:sldMkLst>
        <pc:spChg chg="mod">
          <ac:chgData name="Mitchell Wand" userId="de9b44c55c049659" providerId="LiveId" clId="{ACA31533-D7E5-4647-92CA-20F092EE7CE8}" dt="2022-08-31T01:50:01.528" v="0" actId="20577"/>
          <ac:spMkLst>
            <pc:docMk/>
            <pc:sldMk cId="3025610200" sldId="485"/>
            <ac:spMk id="8" creationId="{5B356C44-32EB-4AC4-94B7-A86895491E7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last lesson we talked about how requirements analysis is a tough problem, and how gaps in understanding between our team and our client can be problematic. While getting the right requirements can certainly help make sure we build the right thing, it definitely doesn’t guarantee it.</a:t>
            </a:r>
          </a:p>
          <a:p>
            <a:endParaRPr lang="en-US" dirty="0"/>
          </a:p>
          <a:p>
            <a:r>
              <a:rPr lang="en-US" dirty="0"/>
              <a:t>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4169133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"Analyze and Negotiate"?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260385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"Design and Negotiate"?</a:t>
            </a:r>
          </a:p>
          <a:p>
            <a:r>
              <a:rPr lang="en-US" dirty="0"/>
              <a:t>&lt;read slide&gt;</a:t>
            </a:r>
          </a:p>
          <a:p>
            <a:r>
              <a:rPr lang="en-US" dirty="0"/>
              <a:t>We want to design the least that is necessary to write the tests. </a:t>
            </a:r>
          </a:p>
          <a:p>
            <a:r>
              <a:rPr lang="en-US" dirty="0"/>
              <a:t>Remember, every decision is a design commitment that will constrain our choices later on (or will require re-design if we guessed wrong).</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3117945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example we used in the preceding lesson.</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922796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imagine what might have happened in the "Analyze and Negotiate" process for this example.</a:t>
            </a:r>
          </a:p>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291187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we've designed the simplest thing that will keep track of that data.   We can always go back and build something more complicated later if we need it.</a:t>
            </a:r>
          </a:p>
          <a:p>
            <a:endParaRPr lang="en-US" dirty="0"/>
          </a:p>
          <a:p>
            <a:r>
              <a:rPr lang="en-US" dirty="0"/>
              <a:t>We want to take advantage of the "type" in Typescript, so we define the types of the various pieces of data we'll be manipulating.  </a:t>
            </a:r>
          </a:p>
          <a:p>
            <a:r>
              <a:rPr lang="en-US" dirty="0"/>
              <a:t>&lt;read slide and explain the code as needed&gt;</a:t>
            </a:r>
          </a:p>
          <a:p>
            <a:r>
              <a:rPr lang="en-US" dirty="0"/>
              <a:t>Note that we are specifying *both* what information is being represented and *how* it will be represented in our program.  (We will come back to this point in Module 4, "Code-Level Design Principles").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4209787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few slides cover some of the other outcomes of our negotiations with the client.</a:t>
            </a:r>
          </a:p>
          <a:p>
            <a:r>
              <a:rPr lang="en-US" dirty="0"/>
              <a:t>Note that probably the client didn't have a very concrete idea of what they expected, so part of our job is to elicit these requirements from them.</a:t>
            </a:r>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3636847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479214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are defining an "interface", not a type.  &lt;explain&gt;</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1572389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tests are lame, but let’s walk through them.</a:t>
            </a:r>
          </a:p>
          <a:p>
            <a:r>
              <a:rPr lang="en-US" dirty="0"/>
              <a:t>Illustrate TS selector notation</a:t>
            </a:r>
          </a:p>
          <a:p>
            <a:r>
              <a:rPr lang="en-US" dirty="0"/>
              <a:t>Illustrate Jest expect notation: suites (describe), tests (test or it).</a:t>
            </a:r>
          </a:p>
          <a:p>
            <a:r>
              <a:rPr lang="en-US" dirty="0"/>
              <a:t>Illustrate </a:t>
            </a:r>
            <a:r>
              <a:rPr lang="en-US" dirty="0" err="1"/>
              <a:t>npm</a:t>
            </a:r>
            <a:r>
              <a:rPr lang="en-US" dirty="0"/>
              <a:t> test to show what’s printed out.</a:t>
            </a:r>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2602493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1190844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Jest,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getStudentIDsByName</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getStudentIDsByName</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2805912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Assemble-Act-Assess)</a:t>
            </a:r>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3071706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2751672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sketch for a test.</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2985261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expression you expect to throw must be a function of no arguments.   Demonstrate what happens without it.</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3181458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&lt;explain as needed&gt;</a:t>
            </a:r>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3155703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1301957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Jest, and most other frameworks, allow you to do that by writing a </a:t>
            </a:r>
            <a:r>
              <a:rPr lang="en-US" b="1" dirty="0" err="1"/>
              <a:t>beforeEach</a:t>
            </a:r>
            <a:r>
              <a:rPr lang="en-US" b="0" dirty="0"/>
              <a:t> block.</a:t>
            </a:r>
          </a:p>
          <a:p>
            <a:endParaRPr lang="en-US" b="0" dirty="0"/>
          </a:p>
          <a:p>
            <a:r>
              <a:rPr lang="en-US" b="0" dirty="0"/>
              <a:t>Our tests do, in fact, make changes to the database.  In this case, we can undo those changes in the </a:t>
            </a:r>
            <a:r>
              <a:rPr lang="en-US" b="0" dirty="0" err="1"/>
              <a:t>beforeEach</a:t>
            </a:r>
            <a:r>
              <a:rPr lang="en-US" b="0" dirty="0"/>
              <a:t> block.   If our tests did other things, like connect to an external data source, then we'd need to disconnect at the end of each test; this can be done by an </a:t>
            </a:r>
            <a:r>
              <a:rPr lang="en-US" b="1" dirty="0" err="1"/>
              <a:t>afterEach</a:t>
            </a:r>
            <a:r>
              <a:rPr lang="en-US" b="0" dirty="0"/>
              <a:t>.</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36462133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br>
              <a:rPr lang="en-US" dirty="0"/>
            </a:br>
            <a:r>
              <a:rPr lang="en-US" dirty="0"/>
              <a:t>Activity:</a:t>
            </a:r>
            <a:br>
              <a:rPr lang="en-US" dirty="0"/>
            </a:br>
            <a:r>
              <a:rPr lang="en-US" dirty="0"/>
              <a:t>Check out the Module 02 activity page on course website. You will find the starter code and instructions there.</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2646407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12/20/25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12/20/25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12/20/25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12/20/25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12/20/25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12/20/25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12/20/25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12/20/25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12/20/25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12/20/25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12/20/25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br>
              <a:rPr lang="en-US" altLang="en-US" sz="3200">
                <a:sym typeface="Helvetica Neue" charset="0"/>
              </a:rPr>
            </a:br>
            <a:r>
              <a:rPr lang="en-US" altLang="en-US" sz="3200">
                <a:sym typeface="Helvetica Neue" charset="0"/>
              </a:rPr>
              <a:t>Module 2: From </a:t>
            </a:r>
            <a:r>
              <a:rPr lang="en-US" altLang="en-US" sz="3200" dirty="0">
                <a:sym typeface="Helvetica Neue" charset="0"/>
              </a:rPr>
              <a:t>Requirements to Code: Test-Driven Development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Joydeep Mitra</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prepared to </a:t>
            </a:r>
          </a:p>
          <a:p>
            <a:pPr lvl="1"/>
            <a:r>
              <a:rPr lang="en-US" dirty="0"/>
              <a:t>Explain the basics of Test-Driven Design</a:t>
            </a:r>
          </a:p>
          <a:p>
            <a:pPr lvl="1"/>
            <a:r>
              <a:rPr lang="en-US" dirty="0"/>
              <a:t>Develop simple applications using Typescript and Jest</a:t>
            </a:r>
          </a:p>
          <a:p>
            <a:pPr lvl="1"/>
            <a:r>
              <a:rPr lang="en-US" dirty="0"/>
              <a:t>Learn more about Typescript and Jest from tutorials, blog posts, and documentation</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Jest</a:t>
            </a:r>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Review:</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4</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1B86DD88-2F37-6248-95B3-4893EAAE5819}"/>
              </a:ext>
            </a:extLst>
          </p:cNvPr>
          <p:cNvGrpSpPr/>
          <p:nvPr/>
        </p:nvGrpSpPr>
        <p:grpSpPr>
          <a:xfrm>
            <a:off x="3148044" y="4889500"/>
            <a:ext cx="5286828" cy="624682"/>
            <a:chOff x="3148044" y="4889500"/>
            <a:chExt cx="5286828" cy="624682"/>
          </a:xfrm>
        </p:grpSpPr>
        <p:sp>
          <p:nvSpPr>
            <p:cNvPr id="8" name="TextBox 7">
              <a:extLst>
                <a:ext uri="{FF2B5EF4-FFF2-40B4-BE49-F238E27FC236}">
                  <a16:creationId xmlns:a16="http://schemas.microsoft.com/office/drawing/2014/main" id="{6951C109-4264-AB4E-81F6-D4385927F2D9}"/>
                </a:ext>
              </a:extLst>
            </p:cNvPr>
            <p:cNvSpPr txBox="1"/>
            <p:nvPr/>
          </p:nvSpPr>
          <p:spPr>
            <a:xfrm>
              <a:off x="3148044" y="4889500"/>
              <a:ext cx="1591906" cy="6246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Requirements Analysis</a:t>
              </a:r>
            </a:p>
          </p:txBody>
        </p:sp>
        <p:sp>
          <p:nvSpPr>
            <p:cNvPr id="18" name="TextBox 17">
              <a:extLst>
                <a:ext uri="{FF2B5EF4-FFF2-40B4-BE49-F238E27FC236}">
                  <a16:creationId xmlns:a16="http://schemas.microsoft.com/office/drawing/2014/main" id="{63A4BF3C-3808-FC47-A7CD-C8F31D31CC90}"/>
                </a:ext>
              </a:extLst>
            </p:cNvPr>
            <p:cNvSpPr txBox="1"/>
            <p:nvPr/>
          </p:nvSpPr>
          <p:spPr>
            <a:xfrm>
              <a:off x="4998616" y="4889500"/>
              <a:ext cx="1308878" cy="6246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Planning &amp; Design</a:t>
              </a:r>
            </a:p>
          </p:txBody>
        </p:sp>
        <p:sp>
          <p:nvSpPr>
            <p:cNvPr id="20" name="TextBox 19">
              <a:extLst>
                <a:ext uri="{FF2B5EF4-FFF2-40B4-BE49-F238E27FC236}">
                  <a16:creationId xmlns:a16="http://schemas.microsoft.com/office/drawing/2014/main" id="{2210E374-624F-7547-8CA2-A45FCB2B9290}"/>
                </a:ext>
              </a:extLst>
            </p:cNvPr>
            <p:cNvSpPr txBox="1"/>
            <p:nvPr/>
          </p:nvSpPr>
          <p:spPr>
            <a:xfrm>
              <a:off x="6590521" y="4889500"/>
              <a:ext cx="1844351" cy="6246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Implementation</a:t>
              </a:r>
            </a:p>
          </p:txBody>
        </p:sp>
      </p:grpSp>
      <p:sp>
        <p:nvSpPr>
          <p:cNvPr id="3" name="TextBox 2">
            <a:extLst>
              <a:ext uri="{FF2B5EF4-FFF2-40B4-BE49-F238E27FC236}">
                <a16:creationId xmlns:a16="http://schemas.microsoft.com/office/drawing/2014/main" id="{E6324841-05C1-1B4E-B7E8-758AC993D8D8}"/>
              </a:ext>
            </a:extLst>
          </p:cNvPr>
          <p:cNvSpPr txBox="1"/>
          <p:nvPr/>
        </p:nvSpPr>
        <p:spPr>
          <a:xfrm>
            <a:off x="2044700" y="4064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346099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5</a:t>
            </a:fld>
            <a:endParaRPr lang="en-US"/>
          </a:p>
        </p:txBody>
      </p:sp>
    </p:spTree>
    <p:extLst>
      <p:ext uri="{BB962C8B-B14F-4D97-AF65-F5344CB8AC3E}">
        <p14:creationId xmlns:p14="http://schemas.microsoft.com/office/powerpoint/2010/main" val="1120610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6</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2142082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BC52A-7615-39A9-5EDC-3BEFE650AB26}"/>
              </a:ext>
            </a:extLst>
          </p:cNvPr>
          <p:cNvSpPr>
            <a:spLocks noGrp="1"/>
          </p:cNvSpPr>
          <p:nvPr>
            <p:ph type="title"/>
          </p:nvPr>
        </p:nvSpPr>
        <p:spPr/>
        <p:txBody>
          <a:bodyPr/>
          <a:lstStyle/>
          <a:p>
            <a:r>
              <a:rPr lang="en-US" dirty="0"/>
              <a:t>Analyze and Negotiate</a:t>
            </a:r>
          </a:p>
        </p:txBody>
      </p:sp>
      <p:sp>
        <p:nvSpPr>
          <p:cNvPr id="7" name="Content Placeholder 6">
            <a:extLst>
              <a:ext uri="{FF2B5EF4-FFF2-40B4-BE49-F238E27FC236}">
                <a16:creationId xmlns:a16="http://schemas.microsoft.com/office/drawing/2014/main" id="{3CF9B7E7-B6E7-7CC0-67E1-B9FCB0F57242}"/>
              </a:ext>
            </a:extLst>
          </p:cNvPr>
          <p:cNvSpPr>
            <a:spLocks noGrp="1"/>
          </p:cNvSpPr>
          <p:nvPr>
            <p:ph idx="1"/>
          </p:nvPr>
        </p:nvSpPr>
        <p:spPr/>
        <p:txBody>
          <a:bodyPr/>
          <a:lstStyle/>
          <a:p>
            <a:r>
              <a:rPr lang="en-US" dirty="0"/>
              <a:t>Analyze:</a:t>
            </a:r>
          </a:p>
          <a:p>
            <a:pPr lvl="1"/>
            <a:r>
              <a:rPr lang="en-US" dirty="0"/>
              <a:t>how does the client want the functionality to be delivered?</a:t>
            </a:r>
          </a:p>
          <a:p>
            <a:pPr lvl="1"/>
            <a:r>
              <a:rPr lang="en-US" dirty="0"/>
              <a:t>what ambiguities can you find that might make a difference to the client?</a:t>
            </a:r>
          </a:p>
          <a:p>
            <a:r>
              <a:rPr lang="en-US" dirty="0"/>
              <a:t>Negotiate</a:t>
            </a:r>
          </a:p>
          <a:p>
            <a:pPr lvl="1"/>
            <a:r>
              <a:rPr lang="en-US" dirty="0"/>
              <a:t>discuss these with the client and resolve the differences</a:t>
            </a:r>
          </a:p>
        </p:txBody>
      </p:sp>
      <p:sp>
        <p:nvSpPr>
          <p:cNvPr id="3" name="Slide Number Placeholder 2">
            <a:extLst>
              <a:ext uri="{FF2B5EF4-FFF2-40B4-BE49-F238E27FC236}">
                <a16:creationId xmlns:a16="http://schemas.microsoft.com/office/drawing/2014/main" id="{AB98BA92-5EF3-F023-F96D-58B7552E091A}"/>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2977132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3687-81AD-7CCD-E1ED-B5545D77FB14}"/>
              </a:ext>
            </a:extLst>
          </p:cNvPr>
          <p:cNvSpPr>
            <a:spLocks noGrp="1"/>
          </p:cNvSpPr>
          <p:nvPr>
            <p:ph type="title"/>
          </p:nvPr>
        </p:nvSpPr>
        <p:spPr/>
        <p:txBody>
          <a:bodyPr/>
          <a:lstStyle/>
          <a:p>
            <a:r>
              <a:rPr lang="en-US" dirty="0"/>
              <a:t>Design and Negotiate</a:t>
            </a:r>
          </a:p>
        </p:txBody>
      </p:sp>
      <p:sp>
        <p:nvSpPr>
          <p:cNvPr id="3" name="Content Placeholder 2">
            <a:extLst>
              <a:ext uri="{FF2B5EF4-FFF2-40B4-BE49-F238E27FC236}">
                <a16:creationId xmlns:a16="http://schemas.microsoft.com/office/drawing/2014/main" id="{184748BE-4D4B-A8D9-FE4E-0B0AE7267FAE}"/>
              </a:ext>
            </a:extLst>
          </p:cNvPr>
          <p:cNvSpPr>
            <a:spLocks noGrp="1"/>
          </p:cNvSpPr>
          <p:nvPr>
            <p:ph idx="1"/>
          </p:nvPr>
        </p:nvSpPr>
        <p:spPr/>
        <p:txBody>
          <a:bodyPr>
            <a:normAutofit lnSpcReduction="10000"/>
          </a:bodyPr>
          <a:lstStyle/>
          <a:p>
            <a:r>
              <a:rPr lang="en-US" dirty="0"/>
              <a:t>Design the least fragment of the system that could possibly deliver the COS. (YAGNI!)</a:t>
            </a:r>
          </a:p>
          <a:p>
            <a:pPr lvl="1"/>
            <a:r>
              <a:rPr lang="en-US" dirty="0"/>
              <a:t>What data would the system need?</a:t>
            </a:r>
          </a:p>
          <a:p>
            <a:pPr lvl="1"/>
            <a:r>
              <a:rPr lang="en-US" dirty="0"/>
              <a:t>What operations are needed on the data?</a:t>
            </a:r>
          </a:p>
          <a:p>
            <a:pPr lvl="1"/>
            <a:r>
              <a:rPr lang="en-US" dirty="0"/>
              <a:t>Give names to the testable things</a:t>
            </a:r>
          </a:p>
          <a:p>
            <a:r>
              <a:rPr lang="en-US" dirty="0"/>
              <a:t>Negotiate</a:t>
            </a:r>
          </a:p>
          <a:p>
            <a:pPr lvl="1"/>
            <a:r>
              <a:rPr lang="en-US" dirty="0"/>
              <a:t>Does the data include everything that the client wants?</a:t>
            </a:r>
          </a:p>
          <a:p>
            <a:pPr lvl="1"/>
            <a:r>
              <a:rPr lang="en-US" dirty="0"/>
              <a:t>Do the operations include enough to support the COS?</a:t>
            </a:r>
          </a:p>
          <a:p>
            <a:pPr lvl="1"/>
            <a:r>
              <a:rPr lang="en-US" dirty="0"/>
              <a:t>Did the client forget something?</a:t>
            </a:r>
          </a:p>
          <a:p>
            <a:pPr lvl="1"/>
            <a:r>
              <a:rPr lang="en-US" dirty="0"/>
              <a:t>Are the COS realistic and achievable?</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F4A4EC20-2283-DE87-B167-3C0A96E80520}"/>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1213968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p:txBody>
          <a:bodyPr/>
          <a:lstStyle/>
          <a:p>
            <a:r>
              <a:rPr lang="en-US" dirty="0"/>
              <a:t>Example: a Transcript database</a:t>
            </a:r>
            <a:br>
              <a:rPr lang="en-US" dirty="0"/>
            </a:br>
            <a:r>
              <a:rPr lang="en-US" dirty="0"/>
              <a:t>User Story</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p:txBody>
          <a:bodyPr/>
          <a:lstStyle/>
          <a:p>
            <a:r>
              <a:rPr lang="en-US" dirty="0"/>
              <a:t>User story: tells what the user wants to do, and why.</a:t>
            </a:r>
          </a:p>
          <a:p>
            <a:r>
              <a:rPr lang="en-US" dirty="0"/>
              <a:t>Example: </a:t>
            </a:r>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6" name="TextBox 5">
            <a:extLst>
              <a:ext uri="{FF2B5EF4-FFF2-40B4-BE49-F238E27FC236}">
                <a16:creationId xmlns:a16="http://schemas.microsoft.com/office/drawing/2014/main" id="{8814BD12-818F-B3A0-ACAF-1E6B505013CB}"/>
              </a:ext>
            </a:extLst>
          </p:cNvPr>
          <p:cNvSpPr txBox="1"/>
          <p:nvPr/>
        </p:nvSpPr>
        <p:spPr>
          <a:xfrm>
            <a:off x="3056965" y="2386409"/>
            <a:ext cx="5764306" cy="2578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dirty="0">
                <a:solidFill>
                  <a:schemeClr val="tx1"/>
                </a:solidFill>
              </a:rPr>
              <a:t>As a College Administrator, I want a database to keep track of students, the courses they have taken, and the grades they received in those courses.</a:t>
            </a:r>
          </a:p>
        </p:txBody>
      </p:sp>
    </p:spTree>
    <p:extLst>
      <p:ext uri="{BB962C8B-B14F-4D97-AF65-F5344CB8AC3E}">
        <p14:creationId xmlns:p14="http://schemas.microsoft.com/office/powerpoint/2010/main" val="1975669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D397E-2E18-DD79-0A0C-92B8569ECC53}"/>
              </a:ext>
            </a:extLst>
          </p:cNvPr>
          <p:cNvSpPr>
            <a:spLocks noGrp="1"/>
          </p:cNvSpPr>
          <p:nvPr>
            <p:ph type="title"/>
          </p:nvPr>
        </p:nvSpPr>
        <p:spPr/>
        <p:txBody>
          <a:bodyPr/>
          <a:lstStyle/>
          <a:p>
            <a:r>
              <a:rPr lang="en-US" dirty="0"/>
              <a:t>Conditions of Satisfaction </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p:txBody>
          <a:bodyPr/>
          <a:lstStyle/>
          <a:p>
            <a:r>
              <a:rPr lang="en-US" dirty="0"/>
              <a:t>Satisfaction Conditions list the capabilities the user expects, in the user’s terms.</a:t>
            </a:r>
          </a:p>
          <a:p>
            <a:r>
              <a:rPr lang="en-US" dirty="0"/>
              <a:t>Example:</a:t>
            </a:r>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6" name="TextBox 5">
            <a:extLst>
              <a:ext uri="{FF2B5EF4-FFF2-40B4-BE49-F238E27FC236}">
                <a16:creationId xmlns:a16="http://schemas.microsoft.com/office/drawing/2014/main" id="{490F40B2-4143-1881-7449-1FC1CCCAA401}"/>
              </a:ext>
            </a:extLst>
          </p:cNvPr>
          <p:cNvSpPr txBox="1"/>
          <p:nvPr/>
        </p:nvSpPr>
        <p:spPr>
          <a:xfrm>
            <a:off x="2846293" y="2477900"/>
            <a:ext cx="6109447" cy="366292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1"/>
            <a:r>
              <a:rPr lang="en-US" sz="2400" b="1" dirty="0">
                <a:solidFill>
                  <a:schemeClr val="tx1"/>
                </a:solidFill>
              </a:rPr>
              <a:t>My database should allow me to do the following:</a:t>
            </a:r>
          </a:p>
          <a:p>
            <a:pPr marL="800100" lvl="1" indent="-342900">
              <a:buFont typeface="Arial" panose="020B0604020202020204" pitchFamily="34" charset="0"/>
              <a:buChar char="•"/>
            </a:pPr>
            <a:r>
              <a:rPr lang="en-US" sz="2000" b="1" dirty="0">
                <a:solidFill>
                  <a:schemeClr val="tx1"/>
                </a:solidFill>
              </a:rPr>
              <a:t>Add a new student to the database</a:t>
            </a:r>
          </a:p>
          <a:p>
            <a:pPr marL="800100" lvl="1" indent="-342900">
              <a:buFont typeface="Arial" panose="020B0604020202020204" pitchFamily="34" charset="0"/>
              <a:buChar char="•"/>
            </a:pPr>
            <a:r>
              <a:rPr lang="en-US" sz="2000" b="1" dirty="0">
                <a:solidFill>
                  <a:schemeClr val="tx1"/>
                </a:solidFill>
              </a:rPr>
              <a:t>Add a new student with the same name as an existing student.</a:t>
            </a:r>
          </a:p>
          <a:p>
            <a:pPr marL="800100" lvl="1" indent="-342900">
              <a:buFont typeface="Arial" panose="020B0604020202020204" pitchFamily="34" charset="0"/>
              <a:buChar char="•"/>
            </a:pPr>
            <a:r>
              <a:rPr lang="en-US" sz="2000" b="1" dirty="0">
                <a:solidFill>
                  <a:schemeClr val="tx1"/>
                </a:solidFill>
              </a:rPr>
              <a:t>Retrieve the transcript for a student</a:t>
            </a:r>
          </a:p>
          <a:p>
            <a:pPr marL="800100" lvl="1" indent="-342900">
              <a:buFont typeface="Arial" panose="020B0604020202020204" pitchFamily="34" charset="0"/>
              <a:buChar char="•"/>
            </a:pPr>
            <a:r>
              <a:rPr lang="en-US" sz="2000" b="1" dirty="0">
                <a:solidFill>
                  <a:schemeClr val="tx1"/>
                </a:solidFill>
              </a:rPr>
              <a:t>Delete a student from the database</a:t>
            </a:r>
          </a:p>
          <a:p>
            <a:pPr marL="800100" lvl="1" indent="-342900">
              <a:buFont typeface="Arial" panose="020B0604020202020204" pitchFamily="34" charset="0"/>
              <a:buChar char="•"/>
            </a:pPr>
            <a:r>
              <a:rPr lang="en-US" sz="2000" b="1" dirty="0">
                <a:solidFill>
                  <a:schemeClr val="tx1"/>
                </a:solidFill>
              </a:rPr>
              <a:t>Add a new grade for an existing student</a:t>
            </a:r>
          </a:p>
          <a:p>
            <a:pPr marL="800100" lvl="1" indent="-342900">
              <a:buFont typeface="Arial" panose="020B0604020202020204" pitchFamily="34" charset="0"/>
              <a:buChar char="•"/>
            </a:pPr>
            <a:r>
              <a:rPr lang="en-US" sz="2000" b="1" dirty="0">
                <a:solidFill>
                  <a:schemeClr val="tx1"/>
                </a:solidFill>
              </a:rPr>
              <a:t>Find out the grade that a student got in a course that they took</a:t>
            </a:r>
          </a:p>
          <a:p>
            <a:pPr marL="800100" lvl="1" indent="-342900">
              <a:buFont typeface="Arial" panose="020B0604020202020204" pitchFamily="34" charset="0"/>
              <a:buChar char="•"/>
            </a:pPr>
            <a:endParaRPr lang="en-US" sz="2400" b="1" dirty="0">
              <a:solidFill>
                <a:schemeClr val="tx1"/>
              </a:solidFill>
            </a:endParaRPr>
          </a:p>
        </p:txBody>
      </p:sp>
    </p:spTree>
    <p:extLst>
      <p:ext uri="{BB962C8B-B14F-4D97-AF65-F5344CB8AC3E}">
        <p14:creationId xmlns:p14="http://schemas.microsoft.com/office/powerpoint/2010/main" val="3767598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FA922-225C-AB4B-AF6A-062BA4BE4CD6}"/>
              </a:ext>
            </a:extLst>
          </p:cNvPr>
          <p:cNvSpPr>
            <a:spLocks noGrp="1"/>
          </p:cNvSpPr>
          <p:nvPr>
            <p:ph type="title"/>
          </p:nvPr>
        </p:nvSpPr>
        <p:spPr/>
        <p:txBody>
          <a:bodyPr/>
          <a:lstStyle/>
          <a:p>
            <a:r>
              <a:rPr lang="en-US" dirty="0"/>
              <a:t>Analyze/Negotiate: what data do we need to worry about?</a:t>
            </a:r>
          </a:p>
        </p:txBody>
      </p:sp>
      <p:sp>
        <p:nvSpPr>
          <p:cNvPr id="3" name="Content Placeholder 2">
            <a:extLst>
              <a:ext uri="{FF2B5EF4-FFF2-40B4-BE49-F238E27FC236}">
                <a16:creationId xmlns:a16="http://schemas.microsoft.com/office/drawing/2014/main" id="{383463AB-8D36-69F3-37E3-6946B6ACD688}"/>
              </a:ext>
            </a:extLst>
          </p:cNvPr>
          <p:cNvSpPr>
            <a:spLocks noGrp="1"/>
          </p:cNvSpPr>
          <p:nvPr>
            <p:ph idx="1"/>
          </p:nvPr>
        </p:nvSpPr>
        <p:spPr/>
        <p:txBody>
          <a:bodyPr>
            <a:normAutofit lnSpcReduction="10000"/>
          </a:bodyPr>
          <a:lstStyle/>
          <a:p>
            <a:r>
              <a:rPr lang="en-US" dirty="0"/>
              <a:t>We agreed with the client that for each student we will need to save:</a:t>
            </a:r>
          </a:p>
          <a:p>
            <a:pPr lvl="1"/>
            <a:r>
              <a:rPr lang="en-US" dirty="0"/>
              <a:t>a student ID</a:t>
            </a:r>
          </a:p>
          <a:p>
            <a:pPr lvl="1"/>
            <a:r>
              <a:rPr lang="en-US" dirty="0"/>
              <a:t>the student's name</a:t>
            </a:r>
          </a:p>
          <a:p>
            <a:pPr lvl="1"/>
            <a:r>
              <a:rPr lang="en-US" dirty="0"/>
              <a:t>a list of the student's courses and grades</a:t>
            </a:r>
          </a:p>
          <a:p>
            <a:pPr lvl="1"/>
            <a:r>
              <a:rPr lang="en-US" dirty="0"/>
              <a:t>for each course the student has taken, the name of the course and the student's grade.</a:t>
            </a:r>
          </a:p>
          <a:p>
            <a:r>
              <a:rPr lang="en-US" dirty="0"/>
              <a:t>The client agreed that we don't have to keep track of when the student took the course</a:t>
            </a:r>
          </a:p>
          <a:p>
            <a:pPr lvl="1"/>
            <a:r>
              <a:rPr lang="en-US" dirty="0"/>
              <a:t>Keeping it simple for now!!</a:t>
            </a:r>
          </a:p>
          <a:p>
            <a:pPr lvl="1"/>
            <a:endParaRPr lang="en-US" dirty="0"/>
          </a:p>
          <a:p>
            <a:pPr lvl="1"/>
            <a:endParaRPr lang="en-US" dirty="0"/>
          </a:p>
        </p:txBody>
      </p:sp>
      <p:sp>
        <p:nvSpPr>
          <p:cNvPr id="4" name="Slide Number Placeholder 3">
            <a:extLst>
              <a:ext uri="{FF2B5EF4-FFF2-40B4-BE49-F238E27FC236}">
                <a16:creationId xmlns:a16="http://schemas.microsoft.com/office/drawing/2014/main" id="{C02C8123-88F8-ECE3-3E94-44F0726BB312}"/>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765880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8B3DC-F95D-9862-DCB9-F7E37E9C61FE}"/>
              </a:ext>
            </a:extLst>
          </p:cNvPr>
          <p:cNvSpPr>
            <a:spLocks noGrp="1"/>
          </p:cNvSpPr>
          <p:nvPr>
            <p:ph type="title"/>
          </p:nvPr>
        </p:nvSpPr>
        <p:spPr/>
        <p:txBody>
          <a:bodyPr/>
          <a:lstStyle/>
          <a:p>
            <a:r>
              <a:rPr lang="en-US" dirty="0"/>
              <a:t>Design: </a:t>
            </a:r>
            <a:r>
              <a:rPr lang="en-US" dirty="0" err="1"/>
              <a:t>Types.ts</a:t>
            </a:r>
            <a:endParaRPr lang="en-US" dirty="0"/>
          </a:p>
        </p:txBody>
      </p:sp>
      <p:sp>
        <p:nvSpPr>
          <p:cNvPr id="4" name="Slide Number Placeholder 3">
            <a:extLst>
              <a:ext uri="{FF2B5EF4-FFF2-40B4-BE49-F238E27FC236}">
                <a16:creationId xmlns:a16="http://schemas.microsoft.com/office/drawing/2014/main" id="{B4E1193D-E359-F52D-72C3-647D9AEC3867}"/>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6" name="TextBox 5">
            <a:extLst>
              <a:ext uri="{FF2B5EF4-FFF2-40B4-BE49-F238E27FC236}">
                <a16:creationId xmlns:a16="http://schemas.microsoft.com/office/drawing/2014/main" id="{CF6937FA-CD26-80C1-C9EB-4E058441B0D3}"/>
              </a:ext>
            </a:extLst>
          </p:cNvPr>
          <p:cNvSpPr txBox="1"/>
          <p:nvPr/>
        </p:nvSpPr>
        <p:spPr>
          <a:xfrm>
            <a:off x="1090246" y="1713195"/>
            <a:ext cx="10410092" cy="313932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 = number; </a:t>
            </a:r>
            <a:r>
              <a:rPr lang="en-US" b="0" dirty="0">
                <a:solidFill>
                  <a:srgbClr val="008000"/>
                </a:solidFill>
                <a:effectLst/>
                <a:latin typeface="Consolas" panose="020B0609020204030204" pitchFamily="49" charset="0"/>
              </a:rPr>
              <a:t>// Unique identifier for a student</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 = string; </a:t>
            </a:r>
            <a:r>
              <a:rPr lang="en-US" b="0" dirty="0">
                <a:solidFill>
                  <a:srgbClr val="008000"/>
                </a:solidFill>
                <a:effectLst/>
                <a:latin typeface="Consolas" panose="020B0609020204030204" pitchFamily="49" charset="0"/>
              </a:rPr>
              <a:t>// Name of the student</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CourseID</a:t>
            </a:r>
            <a:r>
              <a:rPr lang="en-US" b="0" dirty="0">
                <a:solidFill>
                  <a:srgbClr val="000000"/>
                </a:solidFill>
                <a:effectLst/>
                <a:latin typeface="Consolas" panose="020B0609020204030204" pitchFamily="49" charset="0"/>
              </a:rPr>
              <a:t> = string; </a:t>
            </a:r>
            <a:r>
              <a:rPr lang="en-US" b="0" dirty="0">
                <a:solidFill>
                  <a:srgbClr val="008000"/>
                </a:solidFill>
                <a:effectLst/>
                <a:latin typeface="Consolas" panose="020B0609020204030204" pitchFamily="49" charset="0"/>
              </a:rPr>
              <a:t>// Unique identifier for a course</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Grade = number; </a:t>
            </a:r>
            <a:r>
              <a:rPr lang="en-US" b="0" dirty="0">
                <a:solidFill>
                  <a:srgbClr val="008000"/>
                </a:solidFill>
                <a:effectLst/>
                <a:latin typeface="Consolas" panose="020B0609020204030204" pitchFamily="49" charset="0"/>
              </a:rPr>
              <a:t>// Grade for a course, typically between 0 and 100</a:t>
            </a:r>
            <a:endParaRPr lang="en-US" b="0" dirty="0">
              <a:solidFill>
                <a:srgbClr val="000000"/>
              </a:solidFill>
              <a:effectLst/>
              <a:latin typeface="Consolas" panose="020B0609020204030204" pitchFamily="49" charset="0"/>
            </a:endParaRPr>
          </a:p>
          <a:p>
            <a:pPr>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Transcript containing student ID, student name, and their courses with grades</a:t>
            </a:r>
            <a:endParaRPr lang="en-US" b="0" dirty="0">
              <a:solidFill>
                <a:srgbClr val="000000"/>
              </a:solidFill>
              <a:effectLst/>
              <a:latin typeface="Consolas" panose="020B0609020204030204" pitchFamily="49" charset="0"/>
            </a:endParaRPr>
          </a:p>
          <a:p>
            <a:pPr>
              <a:buNone/>
            </a:pP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type</a:t>
            </a:r>
            <a:r>
              <a:rPr lang="en-US" b="0" dirty="0">
                <a:solidFill>
                  <a:srgbClr val="000000"/>
                </a:solidFill>
                <a:effectLst/>
                <a:latin typeface="Consolas" panose="020B0609020204030204" pitchFamily="49" charset="0"/>
              </a:rPr>
              <a:t> Transcript =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courses: { </a:t>
            </a:r>
            <a:r>
              <a:rPr lang="en-US" b="0" dirty="0" err="1">
                <a:solidFill>
                  <a:srgbClr val="000000"/>
                </a:solidFill>
                <a:effectLst/>
                <a:latin typeface="Consolas" panose="020B0609020204030204" pitchFamily="49" charset="0"/>
              </a:rPr>
              <a:t>courseID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CourseID</a:t>
            </a:r>
            <a:r>
              <a:rPr lang="en-US" b="0" dirty="0">
                <a:solidFill>
                  <a:srgbClr val="000000"/>
                </a:solidFill>
                <a:effectLst/>
                <a:latin typeface="Consolas" panose="020B0609020204030204" pitchFamily="49" charset="0"/>
              </a:rPr>
              <a:t>, grade: Grade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35510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3AAE1-7B16-A89B-1EE5-3ECAE743FDCA}"/>
              </a:ext>
            </a:extLst>
          </p:cNvPr>
          <p:cNvSpPr>
            <a:spLocks noGrp="1"/>
          </p:cNvSpPr>
          <p:nvPr>
            <p:ph type="title"/>
          </p:nvPr>
        </p:nvSpPr>
        <p:spPr/>
        <p:txBody>
          <a:bodyPr/>
          <a:lstStyle/>
          <a:p>
            <a:r>
              <a:rPr lang="en-US" dirty="0"/>
              <a:t>Analyze/Negotiate: How are these behaviors to be delivered?</a:t>
            </a:r>
          </a:p>
        </p:txBody>
      </p:sp>
      <p:sp>
        <p:nvSpPr>
          <p:cNvPr id="3" name="Content Placeholder 2">
            <a:extLst>
              <a:ext uri="{FF2B5EF4-FFF2-40B4-BE49-F238E27FC236}">
                <a16:creationId xmlns:a16="http://schemas.microsoft.com/office/drawing/2014/main" id="{41C0F81C-8A70-06D1-8FDF-D5AB0B268BA6}"/>
              </a:ext>
            </a:extLst>
          </p:cNvPr>
          <p:cNvSpPr>
            <a:spLocks noGrp="1"/>
          </p:cNvSpPr>
          <p:nvPr>
            <p:ph idx="1"/>
          </p:nvPr>
        </p:nvSpPr>
        <p:spPr/>
        <p:txBody>
          <a:bodyPr/>
          <a:lstStyle/>
          <a:p>
            <a:r>
              <a:rPr lang="en-US" dirty="0"/>
              <a:t>Result of negotiation:</a:t>
            </a:r>
          </a:p>
          <a:p>
            <a:pPr lvl="1"/>
            <a:r>
              <a:rPr lang="en-US" dirty="0"/>
              <a:t>they are to be delivered as a class with methods that provide the specified behaviors.</a:t>
            </a:r>
          </a:p>
          <a:p>
            <a:pPr lvl="1"/>
            <a:endParaRPr lang="en-US" dirty="0"/>
          </a:p>
        </p:txBody>
      </p:sp>
      <p:sp>
        <p:nvSpPr>
          <p:cNvPr id="4" name="Slide Number Placeholder 3">
            <a:extLst>
              <a:ext uri="{FF2B5EF4-FFF2-40B4-BE49-F238E27FC236}">
                <a16:creationId xmlns:a16="http://schemas.microsoft.com/office/drawing/2014/main" id="{BCE9C812-738D-3E65-D016-13375BB1CBF3}"/>
              </a:ext>
            </a:extLst>
          </p:cNvPr>
          <p:cNvSpPr>
            <a:spLocks noGrp="1"/>
          </p:cNvSpPr>
          <p:nvPr>
            <p:ph type="sldNum" sz="quarter" idx="12"/>
          </p:nvPr>
        </p:nvSpPr>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4274936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D086-4770-1FED-3841-A3A884246204}"/>
              </a:ext>
            </a:extLst>
          </p:cNvPr>
          <p:cNvSpPr>
            <a:spLocks noGrp="1"/>
          </p:cNvSpPr>
          <p:nvPr>
            <p:ph type="title"/>
          </p:nvPr>
        </p:nvSpPr>
        <p:spPr/>
        <p:txBody>
          <a:bodyPr/>
          <a:lstStyle/>
          <a:p>
            <a:r>
              <a:rPr lang="en-US" dirty="0"/>
              <a:t>More analysis/design/negotiation</a:t>
            </a:r>
          </a:p>
        </p:txBody>
      </p:sp>
      <p:sp>
        <p:nvSpPr>
          <p:cNvPr id="3" name="Content Placeholder 2">
            <a:extLst>
              <a:ext uri="{FF2B5EF4-FFF2-40B4-BE49-F238E27FC236}">
                <a16:creationId xmlns:a16="http://schemas.microsoft.com/office/drawing/2014/main" id="{90A712BE-A175-DE1B-8837-D07799CB971F}"/>
              </a:ext>
            </a:extLst>
          </p:cNvPr>
          <p:cNvSpPr>
            <a:spLocks noGrp="1"/>
          </p:cNvSpPr>
          <p:nvPr>
            <p:ph idx="1"/>
          </p:nvPr>
        </p:nvSpPr>
        <p:spPr/>
        <p:txBody>
          <a:bodyPr>
            <a:normAutofit fontScale="92500" lnSpcReduction="10000"/>
          </a:bodyPr>
          <a:lstStyle/>
          <a:p>
            <a:r>
              <a:rPr lang="en-US" dirty="0"/>
              <a:t>We've agreed with the client:</a:t>
            </a:r>
          </a:p>
          <a:p>
            <a:pPr marL="914400" lvl="1" indent="-457200">
              <a:buFont typeface="+mj-lt"/>
              <a:buAutoNum type="arabicPeriod"/>
            </a:pPr>
            <a:r>
              <a:rPr lang="en-US" dirty="0"/>
              <a:t>We'll need some way of getting from a student name to a set of possible IDs (analysis)</a:t>
            </a:r>
          </a:p>
          <a:p>
            <a:pPr marL="914400" lvl="1" indent="-457200">
              <a:buFont typeface="+mj-lt"/>
              <a:buAutoNum type="arabicPeriod"/>
            </a:pPr>
            <a:r>
              <a:rPr lang="en-US" dirty="0"/>
              <a:t>That the student ID will be a positive integer (design/negotiation)</a:t>
            </a:r>
          </a:p>
          <a:p>
            <a:pPr marL="914400" lvl="1" indent="-457200">
              <a:buFont typeface="+mj-lt"/>
              <a:buAutoNum type="arabicPeriod"/>
            </a:pPr>
            <a:r>
              <a:rPr lang="en-US" dirty="0"/>
              <a:t>That identifying a request with just the </a:t>
            </a:r>
            <a:r>
              <a:rPr lang="en-US" dirty="0" err="1"/>
              <a:t>studentID</a:t>
            </a:r>
            <a:r>
              <a:rPr lang="en-US" dirty="0"/>
              <a:t> is too error prone, so we'll label all requests with a </a:t>
            </a:r>
            <a:r>
              <a:rPr lang="en-US" dirty="0" err="1"/>
              <a:t>studentID</a:t>
            </a:r>
            <a:r>
              <a:rPr lang="en-US" dirty="0"/>
              <a:t> and a student name</a:t>
            </a:r>
          </a:p>
          <a:p>
            <a:pPr marL="914400" lvl="1" indent="-457200">
              <a:buFont typeface="+mj-lt"/>
              <a:buAutoNum type="arabicPeriod"/>
            </a:pPr>
            <a:r>
              <a:rPr lang="en-US" dirty="0"/>
              <a:t>The service should deal with illegal requests by throwing an error. (design/negotiation)</a:t>
            </a:r>
          </a:p>
          <a:p>
            <a:pPr marL="0" indent="0">
              <a:buNone/>
            </a:pPr>
            <a:br>
              <a:rPr lang="en-US" dirty="0"/>
            </a:br>
            <a:endParaRPr lang="en-US" dirty="0"/>
          </a:p>
          <a:p>
            <a:pPr lvl="1"/>
            <a:endParaRPr lang="en-US" dirty="0"/>
          </a:p>
        </p:txBody>
      </p:sp>
      <p:sp>
        <p:nvSpPr>
          <p:cNvPr id="4" name="Slide Number Placeholder 3">
            <a:extLst>
              <a:ext uri="{FF2B5EF4-FFF2-40B4-BE49-F238E27FC236}">
                <a16:creationId xmlns:a16="http://schemas.microsoft.com/office/drawing/2014/main" id="{B2CE42A7-AF69-7335-32BC-F4AB3A550AFF}"/>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3533079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BB468-44E7-DCB0-B5A1-0AD87B0D05E8}"/>
              </a:ext>
            </a:extLst>
          </p:cNvPr>
          <p:cNvSpPr>
            <a:spLocks noGrp="1"/>
          </p:cNvSpPr>
          <p:nvPr>
            <p:ph type="title"/>
          </p:nvPr>
        </p:nvSpPr>
        <p:spPr/>
        <p:txBody>
          <a:bodyPr/>
          <a:lstStyle/>
          <a:p>
            <a:r>
              <a:rPr lang="en-US" dirty="0"/>
              <a:t>And still more analysis/negotiation</a:t>
            </a:r>
          </a:p>
        </p:txBody>
      </p:sp>
      <p:sp>
        <p:nvSpPr>
          <p:cNvPr id="3" name="Content Placeholder 2">
            <a:extLst>
              <a:ext uri="{FF2B5EF4-FFF2-40B4-BE49-F238E27FC236}">
                <a16:creationId xmlns:a16="http://schemas.microsoft.com/office/drawing/2014/main" id="{21851514-7FAE-6D4B-F3E8-504F580DE82A}"/>
              </a:ext>
            </a:extLst>
          </p:cNvPr>
          <p:cNvSpPr>
            <a:spLocks noGrp="1"/>
          </p:cNvSpPr>
          <p:nvPr>
            <p:ph idx="1"/>
          </p:nvPr>
        </p:nvSpPr>
        <p:spPr/>
        <p:txBody>
          <a:bodyPr>
            <a:normAutofit fontScale="92500" lnSpcReduction="10000"/>
          </a:bodyPr>
          <a:lstStyle/>
          <a:p>
            <a:pPr marL="0" indent="0">
              <a:buNone/>
            </a:pPr>
            <a:r>
              <a:rPr lang="en-US" dirty="0"/>
              <a:t>In our discussions with the client, we started talking about the list of courses and grades.  Here are some of the issues that came up, and how they were resolved:</a:t>
            </a:r>
            <a:br>
              <a:rPr lang="en-US" dirty="0"/>
            </a:br>
            <a:r>
              <a:rPr lang="en-US" dirty="0"/>
              <a:t>1. Can a student take a course more than once? (no)</a:t>
            </a:r>
          </a:p>
          <a:p>
            <a:pPr marL="0" indent="0">
              <a:buNone/>
            </a:pPr>
            <a:r>
              <a:rPr lang="en-US" dirty="0"/>
              <a:t>2. Must the grades on the transcript be listed in the same order that the course was taken (</a:t>
            </a:r>
            <a:r>
              <a:rPr lang="en-US" dirty="0" err="1"/>
              <a:t>ie</a:t>
            </a:r>
            <a:r>
              <a:rPr lang="en-US" dirty="0"/>
              <a:t>, the order that the grade was added) (Yes)</a:t>
            </a:r>
          </a:p>
          <a:p>
            <a:pPr marL="0" indent="0">
              <a:buNone/>
            </a:pPr>
            <a:r>
              <a:rPr lang="en-US" dirty="0"/>
              <a:t>3. Do we care about misspelled course names? (no)</a:t>
            </a:r>
          </a:p>
          <a:p>
            <a:pPr marL="0" indent="0">
              <a:buNone/>
            </a:pPr>
            <a:br>
              <a:rPr lang="en-US" dirty="0"/>
            </a:br>
            <a:endParaRPr lang="en-US" dirty="0"/>
          </a:p>
          <a:p>
            <a:endParaRPr lang="en-US" dirty="0"/>
          </a:p>
        </p:txBody>
      </p:sp>
      <p:sp>
        <p:nvSpPr>
          <p:cNvPr id="4" name="Slide Number Placeholder 3">
            <a:extLst>
              <a:ext uri="{FF2B5EF4-FFF2-40B4-BE49-F238E27FC236}">
                <a16:creationId xmlns:a16="http://schemas.microsoft.com/office/drawing/2014/main" id="{4AAC6444-EDFD-D345-D294-9D9786EAF823}"/>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915726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999C4-2A70-0079-B9EA-A4A6D3FED5B9}"/>
              </a:ext>
            </a:extLst>
          </p:cNvPr>
          <p:cNvSpPr>
            <a:spLocks noGrp="1"/>
          </p:cNvSpPr>
          <p:nvPr>
            <p:ph type="title"/>
          </p:nvPr>
        </p:nvSpPr>
        <p:spPr/>
        <p:txBody>
          <a:bodyPr>
            <a:normAutofit/>
          </a:bodyPr>
          <a:lstStyle/>
          <a:p>
            <a:r>
              <a:rPr lang="en-US" dirty="0"/>
              <a:t>Our next step is to turn these satisfaction conditions into </a:t>
            </a:r>
            <a:r>
              <a:rPr lang="en-US" dirty="0">
                <a:solidFill>
                  <a:srgbClr val="FF0000"/>
                </a:solidFill>
              </a:rPr>
              <a:t>testable behaviors </a:t>
            </a:r>
            <a:endParaRPr lang="en-US" dirty="0"/>
          </a:p>
        </p:txBody>
      </p:sp>
      <p:sp>
        <p:nvSpPr>
          <p:cNvPr id="3" name="Content Placeholder 2">
            <a:extLst>
              <a:ext uri="{FF2B5EF4-FFF2-40B4-BE49-F238E27FC236}">
                <a16:creationId xmlns:a16="http://schemas.microsoft.com/office/drawing/2014/main" id="{AD9B9198-32C4-7A6D-452D-954A4841920C}"/>
              </a:ext>
            </a:extLst>
          </p:cNvPr>
          <p:cNvSpPr>
            <a:spLocks noGrp="1"/>
          </p:cNvSpPr>
          <p:nvPr>
            <p:ph idx="1"/>
          </p:nvPr>
        </p:nvSpPr>
        <p:spPr/>
        <p:txBody>
          <a:bodyPr/>
          <a:lstStyle/>
          <a:p>
            <a:r>
              <a:rPr lang="en-US" dirty="0"/>
              <a:t>To do this, we will have to design our program at least enough to give names to the things we want to test.</a:t>
            </a:r>
          </a:p>
          <a:p>
            <a:r>
              <a:rPr lang="en-US" dirty="0"/>
              <a:t>For our example, we need to design the external interface for our database.</a:t>
            </a:r>
          </a:p>
          <a:p>
            <a:r>
              <a:rPr lang="en-US" dirty="0"/>
              <a:t>We document this in a file we will call </a:t>
            </a:r>
            <a:r>
              <a:rPr lang="en-US" b="1" dirty="0" err="1"/>
              <a:t>transcriptService.interface.ts</a:t>
            </a:r>
            <a:endParaRPr lang="en-US" b="1" dirty="0"/>
          </a:p>
        </p:txBody>
      </p:sp>
      <p:sp>
        <p:nvSpPr>
          <p:cNvPr id="4" name="Slide Number Placeholder 3">
            <a:extLst>
              <a:ext uri="{FF2B5EF4-FFF2-40B4-BE49-F238E27FC236}">
                <a16:creationId xmlns:a16="http://schemas.microsoft.com/office/drawing/2014/main" id="{C5A21E31-FE01-A437-FBE1-FF683C81A4F0}"/>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2380919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5196-532B-5198-4B68-08FC5B6C29F0}"/>
              </a:ext>
            </a:extLst>
          </p:cNvPr>
          <p:cNvSpPr>
            <a:spLocks noGrp="1"/>
          </p:cNvSpPr>
          <p:nvPr>
            <p:ph type="title"/>
          </p:nvPr>
        </p:nvSpPr>
        <p:spPr/>
        <p:txBody>
          <a:bodyPr/>
          <a:lstStyle/>
          <a:p>
            <a:r>
              <a:rPr lang="en-US" dirty="0" err="1"/>
              <a:t>transcriptService.interface.ts</a:t>
            </a:r>
            <a:endParaRPr lang="en-US" dirty="0"/>
          </a:p>
        </p:txBody>
      </p:sp>
      <p:sp>
        <p:nvSpPr>
          <p:cNvPr id="4" name="Slide Number Placeholder 3">
            <a:extLst>
              <a:ext uri="{FF2B5EF4-FFF2-40B4-BE49-F238E27FC236}">
                <a16:creationId xmlns:a16="http://schemas.microsoft.com/office/drawing/2014/main" id="{DEE6356B-8642-1831-C9E2-6FAFECD98C77}"/>
              </a:ext>
            </a:extLst>
          </p:cNvPr>
          <p:cNvSpPr>
            <a:spLocks noGrp="1"/>
          </p:cNvSpPr>
          <p:nvPr>
            <p:ph type="sldNum" sz="quarter" idx="12"/>
          </p:nvPr>
        </p:nvSpPr>
        <p:spPr/>
        <p:txBody>
          <a:bodyPr/>
          <a:lstStyle/>
          <a:p>
            <a:fld id="{20F37917-FD3A-4669-9018-DA04BCDD3D75}" type="slidenum">
              <a:rPr lang="en-US" smtClean="0"/>
              <a:t>17</a:t>
            </a:fld>
            <a:endParaRPr lang="en-US"/>
          </a:p>
        </p:txBody>
      </p:sp>
      <p:sp>
        <p:nvSpPr>
          <p:cNvPr id="6" name="TextBox 5">
            <a:extLst>
              <a:ext uri="{FF2B5EF4-FFF2-40B4-BE49-F238E27FC236}">
                <a16:creationId xmlns:a16="http://schemas.microsoft.com/office/drawing/2014/main" id="{902ABF2A-54A3-7AA1-5606-A3F161A9232D}"/>
              </a:ext>
            </a:extLst>
          </p:cNvPr>
          <p:cNvSpPr txBox="1"/>
          <p:nvPr/>
        </p:nvSpPr>
        <p:spPr>
          <a:xfrm>
            <a:off x="651353" y="1502688"/>
            <a:ext cx="12050038" cy="501675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600" b="0" dirty="0">
                <a:solidFill>
                  <a:srgbClr val="0000FF"/>
                </a:solidFill>
                <a:effectLst/>
                <a:latin typeface="Consolas" panose="020B0609020204030204" pitchFamily="49" charset="0"/>
              </a:rPr>
              <a:t>import</a:t>
            </a:r>
            <a:r>
              <a:rPr lang="en-US" sz="1600" b="0" dirty="0">
                <a:solidFill>
                  <a:srgbClr val="000000"/>
                </a:solidFill>
                <a:effectLst/>
                <a:latin typeface="Consolas" panose="020B0609020204030204" pitchFamily="49" charset="0"/>
              </a:rPr>
              <a:t> {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Transcript, </a:t>
            </a:r>
            <a:r>
              <a:rPr lang="en-US" sz="1600" b="0" dirty="0" err="1">
                <a:solidFill>
                  <a:srgbClr val="000000"/>
                </a:solidFill>
                <a:effectLst/>
                <a:latin typeface="Consolas" panose="020B0609020204030204" pitchFamily="49" charset="0"/>
              </a:rPr>
              <a:t>CourseID</a:t>
            </a:r>
            <a:r>
              <a:rPr lang="en-US" sz="1600" b="0" dirty="0">
                <a:solidFill>
                  <a:srgbClr val="000000"/>
                </a:solidFill>
                <a:effectLst/>
                <a:latin typeface="Consolas" panose="020B0609020204030204" pitchFamily="49" charset="0"/>
              </a:rPr>
              <a:t>, Grade } </a:t>
            </a:r>
            <a:r>
              <a:rPr lang="en-US" sz="1600" b="0" dirty="0">
                <a:solidFill>
                  <a:srgbClr val="0000FF"/>
                </a:solidFill>
                <a:effectLst/>
                <a:latin typeface="Consolas" panose="020B0609020204030204" pitchFamily="49" charset="0"/>
              </a:rPr>
              <a:t>from</a:t>
            </a:r>
            <a:r>
              <a:rPr lang="en-US" sz="1600" b="0" dirty="0">
                <a:solidFill>
                  <a:srgbClr val="000000"/>
                </a:solidFill>
                <a:effectLst/>
                <a:latin typeface="Consolas" panose="020B0609020204030204" pitchFamily="49" charset="0"/>
              </a:rPr>
              <a:t> </a:t>
            </a:r>
            <a:r>
              <a:rPr lang="en-US" sz="1600" b="0" dirty="0">
                <a:solidFill>
                  <a:srgbClr val="A31515"/>
                </a:solidFill>
                <a:effectLst/>
                <a:latin typeface="Consolas" panose="020B0609020204030204" pitchFamily="49" charset="0"/>
              </a:rPr>
              <a:t>"./Types"</a:t>
            </a:r>
            <a:endParaRPr lang="en-US" sz="1600" b="0" dirty="0">
              <a:solidFill>
                <a:srgbClr val="000000"/>
              </a:solidFill>
              <a:effectLst/>
              <a:latin typeface="Consolas" panose="020B0609020204030204" pitchFamily="49" charset="0"/>
            </a:endParaRPr>
          </a:p>
          <a:p>
            <a:pPr>
              <a:buNone/>
            </a:pPr>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interface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ITranscriptService</a:t>
            </a:r>
            <a:r>
              <a:rPr lang="en-US" sz="1600" b="0" dirty="0">
                <a:solidFill>
                  <a:srgbClr val="000000"/>
                </a:solidFill>
                <a:effectLst/>
                <a:latin typeface="Consolas" panose="020B0609020204030204" pitchFamily="49" charset="0"/>
              </a:rPr>
              <a:t> {</a:t>
            </a:r>
          </a:p>
          <a:p>
            <a:pPr>
              <a:buNone/>
            </a:pP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initialize(arg0:Transcript[]): void; </a:t>
            </a:r>
            <a:r>
              <a:rPr lang="en-US" sz="1600" b="0" dirty="0">
                <a:solidFill>
                  <a:srgbClr val="008000"/>
                </a:solidFill>
                <a:effectLst/>
                <a:latin typeface="Consolas" panose="020B0609020204030204" pitchFamily="49" charset="0"/>
              </a:rPr>
              <a:t>// Initializes the database with an array of transcripts</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err="1">
                <a:solidFill>
                  <a:srgbClr val="000000"/>
                </a:solidFill>
                <a:effectLst/>
                <a:latin typeface="Consolas" panose="020B0609020204030204" pitchFamily="49" charset="0"/>
              </a:rPr>
              <a:t>getAll</a:t>
            </a:r>
            <a:r>
              <a:rPr lang="en-US" sz="1600" b="0" dirty="0">
                <a:solidFill>
                  <a:srgbClr val="000000"/>
                </a:solidFill>
                <a:effectLst/>
                <a:latin typeface="Consolas" panose="020B0609020204030204" pitchFamily="49" charset="0"/>
              </a:rPr>
              <a:t>(): Transcript[]; </a:t>
            </a:r>
            <a:r>
              <a:rPr lang="en-US" sz="1600" b="0" dirty="0">
                <a:solidFill>
                  <a:srgbClr val="008000"/>
                </a:solidFill>
                <a:effectLst/>
                <a:latin typeface="Consolas" panose="020B0609020204030204" pitchFamily="49" charset="0"/>
              </a:rPr>
              <a:t>// Returns all transcripts in the database</a:t>
            </a:r>
            <a:endParaRPr lang="en-US" sz="1600" b="0" dirty="0">
              <a:solidFill>
                <a:srgbClr val="000000"/>
              </a:solidFill>
              <a:effectLst/>
              <a:latin typeface="Consolas" panose="020B0609020204030204" pitchFamily="49" charset="0"/>
            </a:endParaRP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addStudent</a:t>
            </a:r>
            <a:r>
              <a:rPr lang="en-US" sz="1600" b="0" dirty="0">
                <a:solidFill>
                  <a:srgbClr val="000000"/>
                </a:solidFill>
                <a:effectLst/>
                <a:latin typeface="Consolas" panose="020B0609020204030204" pitchFamily="49" charset="0"/>
              </a:rPr>
              <a:t>(name: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a:t>
            </a:r>
          </a:p>
          <a:p>
            <a:pPr>
              <a:buNone/>
            </a:pPr>
            <a:r>
              <a:rPr lang="en-US" sz="1600" b="0" dirty="0">
                <a:solidFill>
                  <a:srgbClr val="000000"/>
                </a:solidFill>
                <a:effectLst/>
                <a:latin typeface="Consolas" panose="020B0609020204030204" pitchFamily="49" charset="0"/>
              </a:rPr>
              <a:t>    </a:t>
            </a:r>
          </a:p>
          <a:p>
            <a:pPr>
              <a:buNone/>
            </a:pP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deleteStudent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name: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void;</a:t>
            </a:r>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err="1">
                <a:solidFill>
                  <a:srgbClr val="000000"/>
                </a:solidFill>
                <a:effectLst/>
                <a:latin typeface="Consolas" panose="020B0609020204030204" pitchFamily="49" charset="0"/>
              </a:rPr>
              <a:t>getTranscript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name:StudentName</a:t>
            </a:r>
            <a:r>
              <a:rPr lang="en-US" sz="1600" b="0" dirty="0">
                <a:solidFill>
                  <a:srgbClr val="000000"/>
                </a:solidFill>
                <a:effectLst/>
                <a:latin typeface="Consolas" panose="020B0609020204030204" pitchFamily="49" charset="0"/>
              </a:rPr>
              <a:t>): Transcript;</a:t>
            </a:r>
          </a:p>
          <a:p>
            <a:pPr>
              <a:buNone/>
            </a:pP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err="1">
                <a:solidFill>
                  <a:srgbClr val="000000"/>
                </a:solidFill>
                <a:effectLst/>
                <a:latin typeface="Consolas" panose="020B0609020204030204" pitchFamily="49" charset="0"/>
              </a:rPr>
              <a:t>addGrade</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courseID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CourseID</a:t>
            </a:r>
            <a:r>
              <a:rPr lang="en-US" sz="1600" b="0" dirty="0">
                <a:solidFill>
                  <a:srgbClr val="000000"/>
                </a:solidFill>
                <a:effectLst/>
                <a:latin typeface="Consolas" panose="020B0609020204030204" pitchFamily="49" charset="0"/>
              </a:rPr>
              <a:t>, grade: Grade): void</a:t>
            </a:r>
          </a:p>
          <a:p>
            <a:pPr>
              <a:buNone/>
            </a:pP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err="1">
                <a:solidFill>
                  <a:srgbClr val="000000"/>
                </a:solidFill>
                <a:effectLst/>
                <a:latin typeface="Consolas" panose="020B0609020204030204" pitchFamily="49" charset="0"/>
              </a:rPr>
              <a:t>getGrade</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courseID</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CourseID</a:t>
            </a:r>
            <a:r>
              <a:rPr lang="en-US" sz="1600" b="0" dirty="0">
                <a:solidFill>
                  <a:srgbClr val="000000"/>
                </a:solidFill>
                <a:effectLst/>
                <a:latin typeface="Consolas" panose="020B0609020204030204" pitchFamily="49" charset="0"/>
              </a:rPr>
              <a:t>): Grade</a:t>
            </a:r>
          </a:p>
          <a:p>
            <a:pPr>
              <a:buNone/>
            </a:pPr>
            <a:r>
              <a:rPr lang="en-US" sz="1600" b="0" dirty="0">
                <a:solidFill>
                  <a:srgbClr val="000000"/>
                </a:solidFill>
                <a:effectLst/>
                <a:latin typeface="Consolas" panose="020B0609020204030204" pitchFamily="49" charset="0"/>
              </a:rPr>
              <a:t>    </a:t>
            </a:r>
          </a:p>
          <a:p>
            <a:pPr>
              <a:buNone/>
            </a:pPr>
            <a:r>
              <a:rPr lang="en-US" sz="1600" dirty="0">
                <a:solidFill>
                  <a:srgbClr val="000000"/>
                </a:solidFill>
                <a:latin typeface="Consolas" panose="020B0609020204030204" pitchFamily="49" charset="0"/>
              </a:rPr>
              <a:t>    </a:t>
            </a:r>
            <a:r>
              <a:rPr lang="en-US" sz="1600" b="0" dirty="0" err="1">
                <a:solidFill>
                  <a:srgbClr val="000000"/>
                </a:solidFill>
                <a:effectLst/>
                <a:latin typeface="Consolas" panose="020B0609020204030204" pitchFamily="49" charset="0"/>
              </a:rPr>
              <a:t>getStudentIDsByName</a:t>
            </a:r>
            <a:r>
              <a:rPr lang="en-US" sz="1600" b="0" dirty="0">
                <a:solidFill>
                  <a:srgbClr val="000000"/>
                </a:solidFill>
                <a:effectLst/>
                <a:latin typeface="Consolas" panose="020B0609020204030204" pitchFamily="49" charset="0"/>
              </a:rPr>
              <a:t>(name: </a:t>
            </a:r>
            <a:r>
              <a:rPr lang="en-US" sz="1600" b="0" dirty="0" err="1">
                <a:solidFill>
                  <a:srgbClr val="000000"/>
                </a:solidFill>
                <a:effectLst/>
                <a:latin typeface="Consolas" panose="020B0609020204030204" pitchFamily="49" charset="0"/>
              </a:rPr>
              <a:t>StudentName</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StudentID</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976885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p:txBody>
          <a:bodyPr>
            <a:normAutofit/>
          </a:bodyPr>
          <a:lstStyle/>
          <a:p>
            <a:r>
              <a:rPr lang="en-US" dirty="0"/>
              <a:t>Now we can write down some testable behaviors.</a:t>
            </a:r>
          </a:p>
        </p:txBody>
      </p:sp>
      <p:sp>
        <p:nvSpPr>
          <p:cNvPr id="6" name="Content Placeholder 5">
            <a:extLst>
              <a:ext uri="{FF2B5EF4-FFF2-40B4-BE49-F238E27FC236}">
                <a16:creationId xmlns:a16="http://schemas.microsoft.com/office/drawing/2014/main" id="{31DAD894-0848-688A-293A-E8DE08C49ADD}"/>
              </a:ext>
            </a:extLst>
          </p:cNvPr>
          <p:cNvSpPr>
            <a:spLocks noGrp="1"/>
          </p:cNvSpPr>
          <p:nvPr>
            <p:ph idx="1"/>
          </p:nvPr>
        </p:nvSpPr>
        <p:spPr/>
        <p:txBody>
          <a:bodyPr/>
          <a:lstStyle/>
          <a:p>
            <a:r>
              <a:rPr lang="en-US" dirty="0"/>
              <a:t>These could serve as titles for our tests</a:t>
            </a:r>
          </a:p>
        </p:txBody>
      </p:sp>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p:txBody>
          <a:bodyPr/>
          <a:lstStyle/>
          <a:p>
            <a:fld id="{20F37917-FD3A-4669-9018-DA04BCDD3D75}" type="slidenum">
              <a:rPr lang="en-US" smtClean="0"/>
              <a:pPr/>
              <a:t>18</a:t>
            </a:fld>
            <a:endParaRPr lang="en-US"/>
          </a:p>
        </p:txBody>
      </p:sp>
      <p:sp>
        <p:nvSpPr>
          <p:cNvPr id="7" name="TextBox 6">
            <a:extLst>
              <a:ext uri="{FF2B5EF4-FFF2-40B4-BE49-F238E27FC236}">
                <a16:creationId xmlns:a16="http://schemas.microsoft.com/office/drawing/2014/main" id="{46754642-7BCE-A832-FB80-FB8ADF73088B}"/>
              </a:ext>
            </a:extLst>
          </p:cNvPr>
          <p:cNvSpPr txBox="1"/>
          <p:nvPr/>
        </p:nvSpPr>
        <p:spPr>
          <a:xfrm>
            <a:off x="2050869" y="2085268"/>
            <a:ext cx="8444881" cy="42820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b="1" dirty="0">
                <a:solidFill>
                  <a:schemeClr val="tx1"/>
                </a:solidFill>
              </a:rPr>
              <a:t>Testable Behaviors:</a:t>
            </a:r>
          </a:p>
          <a:p>
            <a:pPr marL="285750" indent="-285750" algn="l">
              <a:buFont typeface="Arial" panose="020B0604020202020204" pitchFamily="34" charset="0"/>
              <a:buChar char="•"/>
            </a:pPr>
            <a:r>
              <a:rPr lang="en-US" sz="2400" b="1" dirty="0" err="1">
                <a:solidFill>
                  <a:schemeClr val="tx1"/>
                </a:solidFill>
              </a:rPr>
              <a:t>addStudent</a:t>
            </a:r>
            <a:r>
              <a:rPr lang="en-US" sz="2400" b="1" dirty="0">
                <a:solidFill>
                  <a:schemeClr val="tx1"/>
                </a:solidFill>
              </a:rPr>
              <a:t> should add a student to the database</a:t>
            </a:r>
          </a:p>
          <a:p>
            <a:pPr marL="285750" indent="-285750" algn="l">
              <a:buFont typeface="Arial" panose="020B0604020202020204" pitchFamily="34" charset="0"/>
              <a:buChar char="•"/>
            </a:pPr>
            <a:r>
              <a:rPr lang="en-US" sz="2400" b="1" dirty="0" err="1">
                <a:solidFill>
                  <a:schemeClr val="tx1"/>
                </a:solidFill>
              </a:rPr>
              <a:t>addStudent</a:t>
            </a:r>
            <a:r>
              <a:rPr lang="en-US" sz="2400" b="1" dirty="0">
                <a:solidFill>
                  <a:schemeClr val="tx1"/>
                </a:solidFill>
              </a:rPr>
              <a:t> should return an ID that is distinct from any ID in the database</a:t>
            </a:r>
          </a:p>
          <a:p>
            <a:pPr marL="285750" indent="-285750" algn="l">
              <a:buFont typeface="Arial" panose="020B0604020202020204" pitchFamily="34" charset="0"/>
              <a:buChar char="•"/>
            </a:pPr>
            <a:r>
              <a:rPr lang="en-US" sz="2400" b="1" dirty="0" err="1">
                <a:solidFill>
                  <a:schemeClr val="tx1"/>
                </a:solidFill>
              </a:rPr>
              <a:t>addStudent</a:t>
            </a:r>
            <a:r>
              <a:rPr lang="en-US" sz="2400" b="1" dirty="0">
                <a:solidFill>
                  <a:schemeClr val="tx1"/>
                </a:solidFill>
              </a:rPr>
              <a:t> should permit adding a student with the same name as an existing student</a:t>
            </a:r>
          </a:p>
          <a:p>
            <a:pPr marL="285750" indent="-285750" algn="l">
              <a:buFont typeface="Arial" panose="020B0604020202020204" pitchFamily="34" charset="0"/>
              <a:buChar char="•"/>
            </a:pPr>
            <a:r>
              <a:rPr lang="en-US" sz="2400" b="1" dirty="0">
                <a:solidFill>
                  <a:schemeClr val="tx1"/>
                </a:solidFill>
              </a:rPr>
              <a:t>Given the ID of a student, </a:t>
            </a:r>
            <a:r>
              <a:rPr lang="en-US" sz="2400" b="1" dirty="0" err="1">
                <a:solidFill>
                  <a:schemeClr val="tx1"/>
                </a:solidFill>
              </a:rPr>
              <a:t>getTranscript</a:t>
            </a:r>
            <a:r>
              <a:rPr lang="en-US" sz="2400" b="1" dirty="0">
                <a:solidFill>
                  <a:schemeClr val="tx1"/>
                </a:solidFill>
              </a:rPr>
              <a:t> should return the transcript for that student</a:t>
            </a:r>
          </a:p>
          <a:p>
            <a:pPr marL="285750" indent="-285750" algn="l">
              <a:buFont typeface="Arial" panose="020B0604020202020204" pitchFamily="34" charset="0"/>
              <a:buChar char="•"/>
            </a:pPr>
            <a:r>
              <a:rPr lang="en-US" sz="2400" b="1" dirty="0">
                <a:solidFill>
                  <a:schemeClr val="tx1"/>
                </a:solidFill>
              </a:rPr>
              <a:t>Given an ID that is not the ID of any student, </a:t>
            </a:r>
            <a:r>
              <a:rPr lang="en-US" sz="2400" b="1" dirty="0" err="1">
                <a:solidFill>
                  <a:schemeClr val="tx1"/>
                </a:solidFill>
              </a:rPr>
              <a:t>getTranscript</a:t>
            </a:r>
            <a:r>
              <a:rPr lang="en-US" sz="2400" b="1" dirty="0">
                <a:solidFill>
                  <a:schemeClr val="tx1"/>
                </a:solidFill>
              </a:rPr>
              <a:t> should throw an error</a:t>
            </a:r>
          </a:p>
        </p:txBody>
      </p:sp>
    </p:spTree>
    <p:extLst>
      <p:ext uri="{BB962C8B-B14F-4D97-AF65-F5344CB8AC3E}">
        <p14:creationId xmlns:p14="http://schemas.microsoft.com/office/powerpoint/2010/main" val="3248119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5C75A-512B-9DBD-4A11-0E3C8CC6388F}"/>
              </a:ext>
            </a:extLst>
          </p:cNvPr>
          <p:cNvSpPr>
            <a:spLocks noGrp="1"/>
          </p:cNvSpPr>
          <p:nvPr>
            <p:ph type="title"/>
          </p:nvPr>
        </p:nvSpPr>
        <p:spPr/>
        <p:txBody>
          <a:bodyPr/>
          <a:lstStyle/>
          <a:p>
            <a:r>
              <a:rPr lang="en-US" dirty="0"/>
              <a:t>A tiny example of Jest: </a:t>
            </a:r>
            <a:r>
              <a:rPr lang="en-US" dirty="0" err="1"/>
              <a:t>jestSample.test.ts</a:t>
            </a:r>
            <a:r>
              <a:rPr lang="en-US" dirty="0"/>
              <a:t> </a:t>
            </a:r>
          </a:p>
        </p:txBody>
      </p:sp>
      <p:sp>
        <p:nvSpPr>
          <p:cNvPr id="4" name="Slide Number Placeholder 3">
            <a:extLst>
              <a:ext uri="{FF2B5EF4-FFF2-40B4-BE49-F238E27FC236}">
                <a16:creationId xmlns:a16="http://schemas.microsoft.com/office/drawing/2014/main" id="{CA7A5E8B-DA16-7861-A562-ADB8B2FEE89F}"/>
              </a:ext>
            </a:extLst>
          </p:cNvPr>
          <p:cNvSpPr>
            <a:spLocks noGrp="1"/>
          </p:cNvSpPr>
          <p:nvPr>
            <p:ph type="sldNum" sz="quarter" idx="12"/>
          </p:nvPr>
        </p:nvSpPr>
        <p:spPr/>
        <p:txBody>
          <a:bodyPr/>
          <a:lstStyle/>
          <a:p>
            <a:fld id="{20F37917-FD3A-4669-9018-DA04BCDD3D75}" type="slidenum">
              <a:rPr lang="en-US" smtClean="0"/>
              <a:t>19</a:t>
            </a:fld>
            <a:endParaRPr lang="en-US"/>
          </a:p>
        </p:txBody>
      </p:sp>
      <p:sp>
        <p:nvSpPr>
          <p:cNvPr id="6" name="TextBox 5">
            <a:extLst>
              <a:ext uri="{FF2B5EF4-FFF2-40B4-BE49-F238E27FC236}">
                <a16:creationId xmlns:a16="http://schemas.microsoft.com/office/drawing/2014/main" id="{42005B26-3FB6-33C5-C581-29BE3EDA4288}"/>
              </a:ext>
            </a:extLst>
          </p:cNvPr>
          <p:cNvSpPr txBox="1"/>
          <p:nvPr/>
        </p:nvSpPr>
        <p:spPr>
          <a:xfrm>
            <a:off x="988763" y="1631794"/>
            <a:ext cx="10226408" cy="535531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alvin</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studentID</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37</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studentName</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"Alvin"</a:t>
            </a:r>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bryn</a:t>
            </a:r>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 </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studentID</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38</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studentName</a:t>
            </a:r>
            <a:r>
              <a:rPr lang="en-US" b="0" dirty="0">
                <a:solidFill>
                  <a:srgbClr val="001080"/>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"Bronwyn"</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describe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"simple Jest examples"</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"extracting a </a:t>
            </a:r>
            <a:r>
              <a:rPr lang="en-US" b="0" dirty="0" err="1">
                <a:solidFill>
                  <a:srgbClr val="A31515"/>
                </a:solidFill>
                <a:effectLst/>
                <a:latin typeface="Consolas" panose="020B0609020204030204" pitchFamily="49" charset="0"/>
              </a:rPr>
              <a:t>studentID</a:t>
            </a:r>
            <a:r>
              <a:rPr lang="en-US" b="0" dirty="0">
                <a:solidFill>
                  <a:srgbClr val="A31515"/>
                </a:solidFill>
                <a:effectLst/>
                <a:latin typeface="Consolas" panose="020B0609020204030204" pitchFamily="49" charset="0"/>
              </a:rPr>
              <a:t> should give the ID"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 </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alvin</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37</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bryn</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38</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this illustrates what Jest shows when a test fails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"extracting a </a:t>
            </a:r>
            <a:r>
              <a:rPr lang="en-US" b="0" dirty="0" err="1">
                <a:solidFill>
                  <a:srgbClr val="A31515"/>
                </a:solidFill>
                <a:effectLst/>
                <a:latin typeface="Consolas" panose="020B0609020204030204" pitchFamily="49" charset="0"/>
              </a:rPr>
              <a:t>studentID</a:t>
            </a:r>
            <a:r>
              <a:rPr lang="en-US" b="0" dirty="0">
                <a:solidFill>
                  <a:srgbClr val="A31515"/>
                </a:solidFill>
                <a:effectLst/>
                <a:latin typeface="Consolas" panose="020B0609020204030204" pitchFamily="49" charset="0"/>
              </a:rPr>
              <a:t> should give the name"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alvin</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"Alvin"</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bryn</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Jazzhands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803174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200" y="1460599"/>
            <a:ext cx="10773578" cy="480131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TranscriptService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transcriptService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TranscriptService</a:t>
            </a:r>
            <a:r>
              <a:rPr lang="en-US" b="0" dirty="0">
                <a:solidFill>
                  <a:srgbClr val="000000"/>
                </a:solidFill>
                <a:effectLst/>
                <a:latin typeface="Consolas" panose="020B0609020204030204" pitchFamily="49" charset="0"/>
              </a:rPr>
              <a:t>();</a:t>
            </a:r>
          </a:p>
          <a:p>
            <a:pPr>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start each test with a fresh empty database.</a:t>
            </a:r>
            <a:endParaRPr lang="en-US" b="0" dirty="0">
              <a:solidFill>
                <a:srgbClr val="000000"/>
              </a:solidFill>
              <a:effectLst/>
              <a:latin typeface="Consolas" panose="020B0609020204030204" pitchFamily="49" charset="0"/>
            </a:endParaRPr>
          </a:p>
          <a:p>
            <a:pPr>
              <a:buNone/>
            </a:pPr>
            <a:r>
              <a:rPr lang="en-US" b="0" dirty="0" err="1">
                <a:solidFill>
                  <a:srgbClr val="000000"/>
                </a:solidFill>
                <a:effectLst/>
                <a:latin typeface="Consolas" panose="020B0609020204030204" pitchFamily="49" charset="0"/>
              </a:rPr>
              <a:t>beforeEach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db.initialize</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a:t>
            </a:r>
          </a:p>
          <a:p>
            <a:pPr>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illustrative tests for lecture slides</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describe(</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a:buNone/>
            </a:pP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test(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 should add a student to the database'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pPr>
              <a:buNone/>
            </a:pPr>
            <a:r>
              <a:rPr lang="en-US" b="0" dirty="0">
                <a:solidFill>
                  <a:srgbClr val="000000"/>
                </a:solidFill>
                <a:effectLst/>
                <a:latin typeface="Consolas" panose="020B0609020204030204" pitchFamily="49" charset="0"/>
              </a:rPr>
              <a:t>    expect(</a:t>
            </a:r>
            <a:r>
              <a:rPr lang="en-US" b="0" dirty="0" err="1">
                <a:solidFill>
                  <a:srgbClr val="000000"/>
                </a:solidFill>
                <a:effectLst/>
                <a:latin typeface="Consolas" panose="020B0609020204030204" pitchFamily="49" charset="0"/>
              </a:rPr>
              <a:t>db.getStudentIDsByName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id1 = </a:t>
            </a:r>
            <a:r>
              <a:rPr lang="en-US" b="0" dirty="0" err="1">
                <a:solidFill>
                  <a:srgbClr val="000000"/>
                </a:solidFill>
                <a:effectLst/>
                <a:latin typeface="Consolas" panose="020B0609020204030204" pitchFamily="49" charset="0"/>
              </a:rPr>
              <a:t>db.addStudent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buNone/>
            </a:pPr>
            <a:r>
              <a:rPr lang="en-US" b="0" dirty="0">
                <a:solidFill>
                  <a:srgbClr val="000000"/>
                </a:solidFill>
                <a:effectLst/>
                <a:latin typeface="Consolas" panose="020B0609020204030204" pitchFamily="49" charset="0"/>
              </a:rPr>
              <a:t>    expect(</a:t>
            </a:r>
            <a:r>
              <a:rPr lang="en-US" b="0" dirty="0" err="1">
                <a:solidFill>
                  <a:srgbClr val="000000"/>
                </a:solidFill>
                <a:effectLst/>
                <a:latin typeface="Consolas" panose="020B0609020204030204" pitchFamily="49" charset="0"/>
              </a:rPr>
              <a:t>db.getStudentIDsByName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toEqual</a:t>
            </a:r>
            <a:r>
              <a:rPr lang="en-US" b="0" dirty="0">
                <a:solidFill>
                  <a:srgbClr val="000000"/>
                </a:solidFill>
                <a:effectLst/>
                <a:latin typeface="Consolas" panose="020B0609020204030204" pitchFamily="49" charset="0"/>
              </a:rPr>
              <a:t>([id1])</a:t>
            </a:r>
          </a:p>
          <a:p>
            <a:r>
              <a:rPr lang="en-US" b="0" dirty="0">
                <a:solidFill>
                  <a:srgbClr val="000000"/>
                </a:solidFill>
                <a:effectLst/>
                <a:latin typeface="Consolas" panose="020B0609020204030204" pitchFamily="49" charset="0"/>
              </a:rPr>
              <a:t>  });</a:t>
            </a: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Now we can start writing tests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20</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5651550" y="2586073"/>
            <a:ext cx="5111827" cy="1285021"/>
            <a:chOff x="3712684" y="2558296"/>
            <a:chExt cx="5111827"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5328450" y="2558296"/>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stCxn id="9" idx="1"/>
            </p:cNvCxnSpPr>
            <p:nvPr/>
          </p:nvCxnSpPr>
          <p:spPr>
            <a:xfrm flipH="1">
              <a:off x="3712684" y="3200807"/>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144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472348" y="1631794"/>
            <a:ext cx="11247304" cy="41549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400" dirty="0">
                <a:solidFill>
                  <a:srgbClr val="000000"/>
                </a:solidFill>
                <a:latin typeface="Consolas" panose="020B0609020204030204" pitchFamily="49" charset="0"/>
              </a:rPr>
              <a:t>test(</a:t>
            </a:r>
            <a:r>
              <a:rPr lang="en-US" sz="2400" dirty="0">
                <a:solidFill>
                  <a:srgbClr val="A31515"/>
                </a:solidFill>
                <a:latin typeface="Consolas" panose="020B0609020204030204" pitchFamily="49" charset="0"/>
              </a:rPr>
              <a:t>'</a:t>
            </a:r>
            <a:r>
              <a:rPr lang="en-US" sz="2400" dirty="0" err="1">
                <a:solidFill>
                  <a:srgbClr val="A31515"/>
                </a:solidFill>
                <a:latin typeface="Consolas" panose="020B0609020204030204" pitchFamily="49" charset="0"/>
              </a:rPr>
              <a:t>addStudent</a:t>
            </a:r>
            <a:r>
              <a:rPr lang="en-US" sz="2400" dirty="0">
                <a:solidFill>
                  <a:srgbClr val="A31515"/>
                </a:solidFill>
                <a:latin typeface="Consolas" panose="020B0609020204030204" pitchFamily="49" charset="0"/>
              </a:rPr>
              <a:t> should add a student to the database'</a:t>
            </a:r>
            <a:r>
              <a:rPr lang="en-US" sz="2400" dirty="0">
                <a:solidFill>
                  <a:srgbClr val="000000"/>
                </a:solidFill>
                <a:latin typeface="Consolas" panose="020B0609020204030204" pitchFamily="49" charset="0"/>
              </a:rPr>
              <a:t>, () </a:t>
            </a:r>
            <a:r>
              <a:rPr lang="en-US" sz="2400" dirty="0">
                <a:solidFill>
                  <a:srgbClr val="0000FF"/>
                </a:solidFill>
                <a:latin typeface="Consolas" panose="020B0609020204030204" pitchFamily="49" charset="0"/>
              </a:rPr>
              <a:t>=&gt;</a:t>
            </a:r>
            <a:r>
              <a:rPr lang="en-US" sz="2400" dirty="0">
                <a:solidFill>
                  <a:srgbClr val="000000"/>
                </a:solidFill>
                <a:latin typeface="Consolas" panose="020B0609020204030204" pitchFamily="49" charset="0"/>
              </a:rPr>
              <a:t> {</a:t>
            </a:r>
          </a:p>
          <a:p>
            <a:pPr>
              <a:buNone/>
            </a:pPr>
            <a:endParaRPr lang="en-US" sz="2400" dirty="0">
              <a:solidFill>
                <a:srgbClr val="000000"/>
              </a:solidFill>
              <a:latin typeface="Consolas" panose="020B0609020204030204" pitchFamily="49" charset="0"/>
            </a:endParaRPr>
          </a:p>
          <a:p>
            <a:pPr>
              <a:buNone/>
            </a:pPr>
            <a:r>
              <a:rPr lang="en-US" sz="2400" dirty="0">
                <a:solidFill>
                  <a:srgbClr val="000000"/>
                </a:solidFill>
                <a:latin typeface="Consolas" panose="020B0609020204030204" pitchFamily="49" charset="0"/>
              </a:rPr>
              <a:t>  expect(</a:t>
            </a:r>
            <a:r>
              <a:rPr lang="en-US" sz="2400" dirty="0" err="1">
                <a:solidFill>
                  <a:srgbClr val="000000"/>
                </a:solidFill>
                <a:latin typeface="Consolas" panose="020B0609020204030204" pitchFamily="49" charset="0"/>
              </a:rPr>
              <a:t>db.getStudentIDsByName</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a:t>
            </a:r>
            <a:r>
              <a:rPr lang="en-US" sz="2400" dirty="0" err="1">
                <a:solidFill>
                  <a:srgbClr val="A31515"/>
                </a:solidFill>
                <a:latin typeface="Consolas" panose="020B0609020204030204" pitchFamily="49" charset="0"/>
              </a:rPr>
              <a:t>blair</a:t>
            </a:r>
            <a:r>
              <a:rPr lang="en-US" sz="2400" dirty="0">
                <a:solidFill>
                  <a:srgbClr val="A31515"/>
                </a:solidFill>
                <a:latin typeface="Consolas" panose="020B0609020204030204" pitchFamily="49" charset="0"/>
              </a:rPr>
              <a: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toEqual</a:t>
            </a:r>
            <a:r>
              <a:rPr lang="en-US" sz="2400" dirty="0">
                <a:solidFill>
                  <a:srgbClr val="000000"/>
                </a:solidFill>
                <a:latin typeface="Consolas" panose="020B0609020204030204" pitchFamily="49" charset="0"/>
              </a:rPr>
              <a:t>([])</a:t>
            </a:r>
          </a:p>
          <a:p>
            <a:pPr>
              <a:buNone/>
            </a:pPr>
            <a:endParaRPr lang="en-US" sz="2400" dirty="0">
              <a:solidFill>
                <a:srgbClr val="000000"/>
              </a:solidFill>
              <a:latin typeface="Consolas" panose="020B0609020204030204" pitchFamily="49" charset="0"/>
            </a:endParaRPr>
          </a:p>
          <a:p>
            <a:pPr>
              <a:buNone/>
            </a:pPr>
            <a:r>
              <a:rPr lang="en-US" sz="2400" dirty="0">
                <a:solidFill>
                  <a:srgbClr val="000000"/>
                </a:solidFill>
                <a:latin typeface="Consolas" panose="020B0609020204030204" pitchFamily="49" charset="0"/>
              </a:rPr>
              <a:t>   </a:t>
            </a:r>
          </a:p>
          <a:p>
            <a:pPr>
              <a:buNone/>
            </a:pPr>
            <a:r>
              <a:rPr lang="en-US" sz="2400" dirty="0">
                <a:solidFill>
                  <a:srgbClr val="0000FF"/>
                </a:solidFill>
                <a:latin typeface="Consolas" panose="020B0609020204030204" pitchFamily="49" charset="0"/>
              </a:rPr>
              <a:t>  const</a:t>
            </a:r>
            <a:r>
              <a:rPr lang="en-US" sz="2400" dirty="0">
                <a:solidFill>
                  <a:srgbClr val="000000"/>
                </a:solidFill>
                <a:latin typeface="Consolas" panose="020B0609020204030204" pitchFamily="49" charset="0"/>
              </a:rPr>
              <a:t> id1 = </a:t>
            </a:r>
            <a:r>
              <a:rPr lang="en-US" sz="2400" dirty="0" err="1">
                <a:solidFill>
                  <a:srgbClr val="000000"/>
                </a:solidFill>
                <a:latin typeface="Consolas" panose="020B0609020204030204" pitchFamily="49" charset="0"/>
              </a:rPr>
              <a:t>db.addStudent</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a:t>
            </a:r>
            <a:r>
              <a:rPr lang="en-US" sz="2400" dirty="0" err="1">
                <a:solidFill>
                  <a:srgbClr val="A31515"/>
                </a:solidFill>
                <a:latin typeface="Consolas" panose="020B0609020204030204" pitchFamily="49" charset="0"/>
              </a:rPr>
              <a:t>blair</a:t>
            </a:r>
            <a:r>
              <a:rPr lang="en-US" sz="2400" dirty="0">
                <a:solidFill>
                  <a:srgbClr val="A31515"/>
                </a:solidFill>
                <a:latin typeface="Consolas" panose="020B0609020204030204" pitchFamily="49" charset="0"/>
              </a:rPr>
              <a:t>'</a:t>
            </a:r>
            <a:r>
              <a:rPr lang="en-US" sz="2400" dirty="0">
                <a:solidFill>
                  <a:srgbClr val="000000"/>
                </a:solidFill>
                <a:latin typeface="Consolas" panose="020B0609020204030204" pitchFamily="49" charset="0"/>
              </a:rPr>
              <a:t>);</a:t>
            </a:r>
          </a:p>
          <a:p>
            <a:pPr>
              <a:buNone/>
            </a:pPr>
            <a:endParaRPr lang="en-US" sz="2400" dirty="0">
              <a:solidFill>
                <a:srgbClr val="000000"/>
              </a:solidFill>
              <a:latin typeface="Consolas" panose="020B0609020204030204" pitchFamily="49" charset="0"/>
            </a:endParaRPr>
          </a:p>
          <a:p>
            <a:pPr>
              <a:buNone/>
            </a:pPr>
            <a:endParaRPr lang="en-US" sz="2400" dirty="0">
              <a:solidFill>
                <a:srgbClr val="000000"/>
              </a:solidFill>
              <a:latin typeface="Consolas" panose="020B0609020204030204" pitchFamily="49" charset="0"/>
            </a:endParaRPr>
          </a:p>
          <a:p>
            <a:pPr>
              <a:buNone/>
            </a:pPr>
            <a:r>
              <a:rPr lang="en-US" sz="2400" dirty="0">
                <a:solidFill>
                  <a:srgbClr val="000000"/>
                </a:solidFill>
                <a:latin typeface="Consolas" panose="020B0609020204030204" pitchFamily="49" charset="0"/>
              </a:rPr>
              <a:t>  expect(</a:t>
            </a:r>
            <a:r>
              <a:rPr lang="en-US" sz="2400" dirty="0" err="1">
                <a:solidFill>
                  <a:srgbClr val="000000"/>
                </a:solidFill>
                <a:latin typeface="Consolas" panose="020B0609020204030204" pitchFamily="49" charset="0"/>
              </a:rPr>
              <a:t>db.getStudentIDsByName</a:t>
            </a:r>
            <a:r>
              <a:rPr lang="en-US" sz="2400" dirty="0">
                <a:solidFill>
                  <a:srgbClr val="000000"/>
                </a:solidFill>
                <a:latin typeface="Consolas" panose="020B0609020204030204" pitchFamily="49" charset="0"/>
              </a:rPr>
              <a:t>(</a:t>
            </a:r>
            <a:r>
              <a:rPr lang="en-US" sz="2400" dirty="0">
                <a:solidFill>
                  <a:srgbClr val="A31515"/>
                </a:solidFill>
                <a:latin typeface="Consolas" panose="020B0609020204030204" pitchFamily="49" charset="0"/>
              </a:rPr>
              <a:t>'</a:t>
            </a:r>
            <a:r>
              <a:rPr lang="en-US" sz="2400" dirty="0" err="1">
                <a:solidFill>
                  <a:srgbClr val="A31515"/>
                </a:solidFill>
                <a:latin typeface="Consolas" panose="020B0609020204030204" pitchFamily="49" charset="0"/>
              </a:rPr>
              <a:t>blair</a:t>
            </a:r>
            <a:r>
              <a:rPr lang="en-US" sz="2400" dirty="0">
                <a:solidFill>
                  <a:srgbClr val="A31515"/>
                </a:solidFill>
                <a:latin typeface="Consolas" panose="020B0609020204030204" pitchFamily="49" charset="0"/>
              </a:rPr>
              <a: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toEqual</a:t>
            </a:r>
            <a:r>
              <a:rPr lang="en-US" sz="2400" dirty="0">
                <a:solidFill>
                  <a:srgbClr val="000000"/>
                </a:solidFill>
                <a:latin typeface="Consolas" panose="020B0609020204030204" pitchFamily="49" charset="0"/>
              </a:rPr>
              <a:t>([id1])</a:t>
            </a:r>
          </a:p>
          <a:p>
            <a:pPr>
              <a:buNone/>
            </a:pP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Most tests are in AAA form: Assemble/Act/Assess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21</a:t>
            </a:fld>
            <a:endParaRPr lang="en-US"/>
          </a:p>
        </p:txBody>
      </p:sp>
      <p:grpSp>
        <p:nvGrpSpPr>
          <p:cNvPr id="5" name="Group 4">
            <a:extLst>
              <a:ext uri="{FF2B5EF4-FFF2-40B4-BE49-F238E27FC236}">
                <a16:creationId xmlns:a16="http://schemas.microsoft.com/office/drawing/2014/main" id="{F5959477-A065-961F-BE2A-ACAD7247E7E6}"/>
              </a:ext>
            </a:extLst>
          </p:cNvPr>
          <p:cNvGrpSpPr/>
          <p:nvPr/>
        </p:nvGrpSpPr>
        <p:grpSpPr>
          <a:xfrm>
            <a:off x="8126285" y="1928448"/>
            <a:ext cx="3946509" cy="1285021"/>
            <a:chOff x="8160152" y="1829091"/>
            <a:chExt cx="3946509" cy="1285021"/>
          </a:xfrm>
        </p:grpSpPr>
        <p:sp>
          <p:nvSpPr>
            <p:cNvPr id="7" name="AutoShape 9">
              <a:extLst>
                <a:ext uri="{FF2B5EF4-FFF2-40B4-BE49-F238E27FC236}">
                  <a16:creationId xmlns:a16="http://schemas.microsoft.com/office/drawing/2014/main" id="{D1E4E3A6-C3A3-9064-05E6-6AE905D017BD}"/>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check that you’ve assembled it correctly)</a:t>
              </a:r>
            </a:p>
          </p:txBody>
        </p:sp>
        <p:cxnSp>
          <p:nvCxnSpPr>
            <p:cNvPr id="8" name="Straight Arrow Connector 7">
              <a:extLst>
                <a:ext uri="{FF2B5EF4-FFF2-40B4-BE49-F238E27FC236}">
                  <a16:creationId xmlns:a16="http://schemas.microsoft.com/office/drawing/2014/main" id="{2144D370-78A6-602B-5412-FCA77A623A1C}"/>
                </a:ext>
              </a:extLst>
            </p:cNvPr>
            <p:cNvCxnSpPr>
              <a:cxnSpLocks/>
              <a:stCxn id="7"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7F9924B-2744-4F42-DE9F-FC055605EFBC}"/>
              </a:ext>
            </a:extLst>
          </p:cNvPr>
          <p:cNvGrpSpPr/>
          <p:nvPr/>
        </p:nvGrpSpPr>
        <p:grpSpPr>
          <a:xfrm>
            <a:off x="8126285" y="3072505"/>
            <a:ext cx="3946509" cy="1285021"/>
            <a:chOff x="8160152" y="1829091"/>
            <a:chExt cx="3946509" cy="1285021"/>
          </a:xfrm>
        </p:grpSpPr>
        <p:sp>
          <p:nvSpPr>
            <p:cNvPr id="11" name="AutoShape 9">
              <a:extLst>
                <a:ext uri="{FF2B5EF4-FFF2-40B4-BE49-F238E27FC236}">
                  <a16:creationId xmlns:a16="http://schemas.microsoft.com/office/drawing/2014/main" id="{F02E72E6-0DE8-E9B9-86AC-7CEFBA2B1A7B}"/>
                </a:ext>
              </a:extLst>
            </p:cNvPr>
            <p:cNvSpPr>
              <a:spLocks/>
            </p:cNvSpPr>
            <p:nvPr/>
          </p:nvSpPr>
          <p:spPr bwMode="auto">
            <a:xfrm>
              <a:off x="8610600" y="182909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 (do the action that you are trying to test)</a:t>
              </a:r>
            </a:p>
          </p:txBody>
        </p:sp>
        <p:cxnSp>
          <p:nvCxnSpPr>
            <p:cNvPr id="12" name="Straight Arrow Connector 11">
              <a:extLst>
                <a:ext uri="{FF2B5EF4-FFF2-40B4-BE49-F238E27FC236}">
                  <a16:creationId xmlns:a16="http://schemas.microsoft.com/office/drawing/2014/main" id="{5B1DA83D-5974-C8EF-75EF-9E15C2BA56CA}"/>
                </a:ext>
              </a:extLst>
            </p:cNvPr>
            <p:cNvCxnSpPr>
              <a:cxnSpLocks/>
              <a:stCxn id="11" idx="1"/>
            </p:cNvCxnSpPr>
            <p:nvPr/>
          </p:nvCxnSpPr>
          <p:spPr>
            <a:xfrm flipH="1">
              <a:off x="8160152" y="2471602"/>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CCE97896-BB2B-8BDF-55B8-6DDCD8FD4ED2}"/>
              </a:ext>
            </a:extLst>
          </p:cNvPr>
          <p:cNvGrpSpPr/>
          <p:nvPr/>
        </p:nvGrpSpPr>
        <p:grpSpPr>
          <a:xfrm>
            <a:off x="8126285" y="4180501"/>
            <a:ext cx="3946509" cy="1285021"/>
            <a:chOff x="8160152" y="1834749"/>
            <a:chExt cx="3946509" cy="1285021"/>
          </a:xfrm>
        </p:grpSpPr>
        <p:sp>
          <p:nvSpPr>
            <p:cNvPr id="14" name="AutoShape 9">
              <a:extLst>
                <a:ext uri="{FF2B5EF4-FFF2-40B4-BE49-F238E27FC236}">
                  <a16:creationId xmlns:a16="http://schemas.microsoft.com/office/drawing/2014/main" id="{2E149B25-ADBD-5A96-51F0-80D5E46F3208}"/>
                </a:ext>
              </a:extLst>
            </p:cNvPr>
            <p:cNvSpPr>
              <a:spLocks/>
            </p:cNvSpPr>
            <p:nvPr/>
          </p:nvSpPr>
          <p:spPr bwMode="auto">
            <a:xfrm>
              <a:off x="8610600" y="1834749"/>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 check to see that the response is correct</a:t>
              </a:r>
            </a:p>
          </p:txBody>
        </p:sp>
        <p:cxnSp>
          <p:nvCxnSpPr>
            <p:cNvPr id="15" name="Straight Arrow Connector 14">
              <a:extLst>
                <a:ext uri="{FF2B5EF4-FFF2-40B4-BE49-F238E27FC236}">
                  <a16:creationId xmlns:a16="http://schemas.microsoft.com/office/drawing/2014/main" id="{8DCA52EF-4CDA-F5BA-57EF-4FDF9CB2B133}"/>
                </a:ext>
              </a:extLst>
            </p:cNvPr>
            <p:cNvCxnSpPr>
              <a:cxnSpLocks/>
              <a:stCxn id="14" idx="1"/>
            </p:cNvCxnSpPr>
            <p:nvPr/>
          </p:nvCxnSpPr>
          <p:spPr>
            <a:xfrm flipH="1">
              <a:off x="8160152" y="2477260"/>
              <a:ext cx="450448"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4954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600A8A-2D5E-81D5-CDA2-0F8D32C7F64C}"/>
              </a:ext>
            </a:extLst>
          </p:cNvPr>
          <p:cNvSpPr txBox="1"/>
          <p:nvPr/>
        </p:nvSpPr>
        <p:spPr>
          <a:xfrm>
            <a:off x="896811" y="1631794"/>
            <a:ext cx="11134322"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addStudent</a:t>
            </a:r>
            <a:r>
              <a:rPr lang="en-US" sz="2400" b="0" dirty="0">
                <a:solidFill>
                  <a:srgbClr val="A31515"/>
                </a:solidFill>
                <a:effectLst/>
                <a:latin typeface="Consolas" panose="020B0609020204030204" pitchFamily="49" charset="0"/>
              </a:rPr>
              <a:t> should return a unique ID for the new student'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we'll add 3 students and check to see that their IDs</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are all different.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corey</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id3</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'del'</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not</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not</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id3</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not</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id3</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591D3E0C-6DB3-A366-00C9-9208255B41E0}"/>
              </a:ext>
            </a:extLst>
          </p:cNvPr>
          <p:cNvSpPr>
            <a:spLocks noGrp="1"/>
          </p:cNvSpPr>
          <p:nvPr>
            <p:ph type="title"/>
          </p:nvPr>
        </p:nvSpPr>
        <p:spPr/>
        <p:txBody>
          <a:bodyPr/>
          <a:lstStyle/>
          <a:p>
            <a:r>
              <a:rPr lang="en-US" dirty="0"/>
              <a:t>Tests (2)</a:t>
            </a:r>
          </a:p>
        </p:txBody>
      </p:sp>
      <p:sp>
        <p:nvSpPr>
          <p:cNvPr id="4" name="Slide Number Placeholder 3">
            <a:extLst>
              <a:ext uri="{FF2B5EF4-FFF2-40B4-BE49-F238E27FC236}">
                <a16:creationId xmlns:a16="http://schemas.microsoft.com/office/drawing/2014/main" id="{BF4F246C-5BE3-76FC-F2AE-8A414C7F8CB5}"/>
              </a:ext>
            </a:extLst>
          </p:cNvPr>
          <p:cNvSpPr>
            <a:spLocks noGrp="1"/>
          </p:cNvSpPr>
          <p:nvPr>
            <p:ph type="sldNum" sz="quarter" idx="12"/>
          </p:nvPr>
        </p:nvSpPr>
        <p:spPr/>
        <p:txBody>
          <a:bodyPr/>
          <a:lstStyle/>
          <a:p>
            <a:fld id="{20F37917-FD3A-4669-9018-DA04BCDD3D75}" type="slidenum">
              <a:rPr lang="en-US" smtClean="0"/>
              <a:t>22</a:t>
            </a:fld>
            <a:endParaRPr lang="en-US"/>
          </a:p>
        </p:txBody>
      </p:sp>
    </p:spTree>
    <p:extLst>
      <p:ext uri="{BB962C8B-B14F-4D97-AF65-F5344CB8AC3E}">
        <p14:creationId xmlns:p14="http://schemas.microsoft.com/office/powerpoint/2010/main" val="2403278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50F9-1679-B42D-70EE-92EE12C88C74}"/>
              </a:ext>
            </a:extLst>
          </p:cNvPr>
          <p:cNvSpPr>
            <a:spLocks noGrp="1"/>
          </p:cNvSpPr>
          <p:nvPr>
            <p:ph type="title"/>
          </p:nvPr>
        </p:nvSpPr>
        <p:spPr/>
        <p:txBody>
          <a:bodyPr/>
          <a:lstStyle/>
          <a:p>
            <a:r>
              <a:rPr lang="en-US" dirty="0"/>
              <a:t>Tests (3)</a:t>
            </a:r>
          </a:p>
        </p:txBody>
      </p:sp>
      <p:sp>
        <p:nvSpPr>
          <p:cNvPr id="4" name="Slide Number Placeholder 3">
            <a:extLst>
              <a:ext uri="{FF2B5EF4-FFF2-40B4-BE49-F238E27FC236}">
                <a16:creationId xmlns:a16="http://schemas.microsoft.com/office/drawing/2014/main" id="{02634133-7E55-DA75-0295-F1D8625BC856}"/>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6" name="TextBox 5">
            <a:extLst>
              <a:ext uri="{FF2B5EF4-FFF2-40B4-BE49-F238E27FC236}">
                <a16:creationId xmlns:a16="http://schemas.microsoft.com/office/drawing/2014/main" id="{84C01FCE-A4F6-F143-92B0-A48B1E13C30A}"/>
              </a:ext>
            </a:extLst>
          </p:cNvPr>
          <p:cNvSpPr txBox="1"/>
          <p:nvPr/>
        </p:nvSpPr>
        <p:spPr>
          <a:xfrm>
            <a:off x="577155" y="1782182"/>
            <a:ext cx="1103768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'the </a:t>
            </a:r>
            <a:r>
              <a:rPr lang="en-US" sz="2400" b="0" dirty="0" err="1">
                <a:solidFill>
                  <a:srgbClr val="A31515"/>
                </a:solidFill>
                <a:effectLst/>
                <a:latin typeface="Consolas" panose="020B0609020204030204" pitchFamily="49" charset="0"/>
              </a:rPr>
              <a:t>db</a:t>
            </a:r>
            <a:r>
              <a:rPr lang="en-US" sz="2400" b="0" dirty="0">
                <a:solidFill>
                  <a:srgbClr val="A31515"/>
                </a:solidFill>
                <a:effectLst/>
                <a:latin typeface="Consolas" panose="020B0609020204030204" pitchFamily="49" charset="0"/>
              </a:rPr>
              <a:t> can have more than one student with the same name'</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 =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addStudent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blair</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id1</a:t>
            </a:r>
            <a:r>
              <a:rPr lang="en-US" sz="2400" b="0" dirty="0">
                <a:solidFill>
                  <a:srgbClr val="000000"/>
                </a:solidFill>
                <a:effectLst/>
                <a:latin typeface="Consolas" panose="020B0609020204030204" pitchFamily="49" charset="0"/>
              </a:rPr>
              <a:t>).</a:t>
            </a:r>
            <a:r>
              <a:rPr lang="en-US" sz="2400" b="0" dirty="0" err="1">
                <a:solidFill>
                  <a:srgbClr val="001080"/>
                </a:solidFill>
                <a:effectLst/>
                <a:latin typeface="Consolas" panose="020B0609020204030204" pitchFamily="49" charset="0"/>
              </a:rPr>
              <a:t>not</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id2</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216486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11B3-7246-B77B-3BAC-910946C071BD}"/>
              </a:ext>
            </a:extLst>
          </p:cNvPr>
          <p:cNvSpPr>
            <a:spLocks noGrp="1"/>
          </p:cNvSpPr>
          <p:nvPr>
            <p:ph type="title"/>
          </p:nvPr>
        </p:nvSpPr>
        <p:spPr/>
        <p:txBody>
          <a:bodyPr/>
          <a:lstStyle/>
          <a:p>
            <a:r>
              <a:rPr lang="en-US" dirty="0"/>
              <a:t>Tests (4)</a:t>
            </a:r>
          </a:p>
        </p:txBody>
      </p:sp>
      <p:sp>
        <p:nvSpPr>
          <p:cNvPr id="4" name="Slide Number Placeholder 3">
            <a:extLst>
              <a:ext uri="{FF2B5EF4-FFF2-40B4-BE49-F238E27FC236}">
                <a16:creationId xmlns:a16="http://schemas.microsoft.com/office/drawing/2014/main" id="{C8D87BFF-E4CA-D6D2-C913-85A35473976E}"/>
              </a:ext>
            </a:extLst>
          </p:cNvPr>
          <p:cNvSpPr>
            <a:spLocks noGrp="1"/>
          </p:cNvSpPr>
          <p:nvPr>
            <p:ph type="sldNum" sz="quarter" idx="12"/>
          </p:nvPr>
        </p:nvSpPr>
        <p:spPr/>
        <p:txBody>
          <a:bodyPr/>
          <a:lstStyle/>
          <a:p>
            <a:fld id="{20F37917-FD3A-4669-9018-DA04BCDD3D75}" type="slidenum">
              <a:rPr lang="en-US" smtClean="0"/>
              <a:t>24</a:t>
            </a:fld>
            <a:endParaRPr lang="en-US"/>
          </a:p>
        </p:txBody>
      </p:sp>
      <p:sp>
        <p:nvSpPr>
          <p:cNvPr id="8" name="TextBox 7">
            <a:extLst>
              <a:ext uri="{FF2B5EF4-FFF2-40B4-BE49-F238E27FC236}">
                <a16:creationId xmlns:a16="http://schemas.microsoft.com/office/drawing/2014/main" id="{581425FB-CA82-EBC6-463A-2E798621DBF3}"/>
              </a:ext>
            </a:extLst>
          </p:cNvPr>
          <p:cNvSpPr txBox="1"/>
          <p:nvPr/>
        </p:nvSpPr>
        <p:spPr>
          <a:xfrm>
            <a:off x="838200" y="1670087"/>
            <a:ext cx="10515600"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getTranscript</a:t>
            </a:r>
            <a:r>
              <a:rPr lang="en-US" sz="2400" b="0" dirty="0">
                <a:solidFill>
                  <a:srgbClr val="A31515"/>
                </a:solidFill>
                <a:effectLst/>
                <a:latin typeface="Consolas" panose="020B0609020204030204" pitchFamily="49" charset="0"/>
              </a:rPr>
              <a:t> should return the right transcript'</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add a student, getting an ID</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add some grades for that student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retrieve the transcript for that ID</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check to see that the retrieved grades are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exactly the ones you added.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1040918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11B3-7246-B77B-3BAC-910946C071BD}"/>
              </a:ext>
            </a:extLst>
          </p:cNvPr>
          <p:cNvSpPr>
            <a:spLocks noGrp="1"/>
          </p:cNvSpPr>
          <p:nvPr>
            <p:ph type="title"/>
          </p:nvPr>
        </p:nvSpPr>
        <p:spPr/>
        <p:txBody>
          <a:bodyPr/>
          <a:lstStyle/>
          <a:p>
            <a:r>
              <a:rPr lang="en-US" dirty="0"/>
              <a:t>Tests (5)</a:t>
            </a:r>
          </a:p>
        </p:txBody>
      </p:sp>
      <p:sp>
        <p:nvSpPr>
          <p:cNvPr id="4" name="Slide Number Placeholder 3">
            <a:extLst>
              <a:ext uri="{FF2B5EF4-FFF2-40B4-BE49-F238E27FC236}">
                <a16:creationId xmlns:a16="http://schemas.microsoft.com/office/drawing/2014/main" id="{C8D87BFF-E4CA-D6D2-C913-85A35473976E}"/>
              </a:ext>
            </a:extLst>
          </p:cNvPr>
          <p:cNvSpPr>
            <a:spLocks noGrp="1"/>
          </p:cNvSpPr>
          <p:nvPr>
            <p:ph type="sldNum" sz="quarter" idx="12"/>
          </p:nvPr>
        </p:nvSpPr>
        <p:spPr/>
        <p:txBody>
          <a:bodyPr/>
          <a:lstStyle/>
          <a:p>
            <a:fld id="{20F37917-FD3A-4669-9018-DA04BCDD3D75}" type="slidenum">
              <a:rPr lang="en-US" smtClean="0"/>
              <a:t>25</a:t>
            </a:fld>
            <a:endParaRPr lang="en-US"/>
          </a:p>
        </p:txBody>
      </p:sp>
      <p:sp>
        <p:nvSpPr>
          <p:cNvPr id="5" name="TextBox 4">
            <a:extLst>
              <a:ext uri="{FF2B5EF4-FFF2-40B4-BE49-F238E27FC236}">
                <a16:creationId xmlns:a16="http://schemas.microsoft.com/office/drawing/2014/main" id="{4FD137BF-4C18-08D0-C969-17DD691DFA75}"/>
              </a:ext>
            </a:extLst>
          </p:cNvPr>
          <p:cNvSpPr txBox="1"/>
          <p:nvPr/>
        </p:nvSpPr>
        <p:spPr>
          <a:xfrm>
            <a:off x="944696" y="1802289"/>
            <a:ext cx="9323024"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2400" b="0" dirty="0">
                <a:solidFill>
                  <a:srgbClr val="795E26"/>
                </a:solidFill>
                <a:effectLst/>
                <a:latin typeface="Consolas" panose="020B0609020204030204" pitchFamily="49" charset="0"/>
              </a:rPr>
              <a:t>test</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getTranscript</a:t>
            </a:r>
            <a:r>
              <a:rPr lang="en-US" sz="2400" b="0" dirty="0">
                <a:solidFill>
                  <a:srgbClr val="A31515"/>
                </a:solidFill>
                <a:effectLst/>
                <a:latin typeface="Consolas" panose="020B0609020204030204" pitchFamily="49" charset="0"/>
              </a:rPr>
              <a:t> should throw an error when given a bad ID'</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in an empty database, all IDs are bad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Note: the expression you expect to throw </a:t>
            </a:r>
          </a:p>
          <a:p>
            <a:r>
              <a:rPr lang="en-US" sz="2400" dirty="0">
                <a:solidFill>
                  <a:srgbClr val="008000"/>
                </a:solidFill>
                <a:latin typeface="Consolas" panose="020B0609020204030204" pitchFamily="49" charset="0"/>
              </a:rPr>
              <a:t>      // </a:t>
            </a:r>
            <a:r>
              <a:rPr lang="en-US" sz="2400" b="0" dirty="0">
                <a:solidFill>
                  <a:srgbClr val="008000"/>
                </a:solidFill>
                <a:effectLst/>
                <a:latin typeface="Consolas" panose="020B0609020204030204" pitchFamily="49" charset="0"/>
              </a:rPr>
              <a:t>must be wrapped in a (() =&gt; ...)</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795E26"/>
                </a:solidFill>
                <a:effectLst/>
                <a:latin typeface="Consolas" panose="020B0609020204030204" pitchFamily="49" charset="0"/>
              </a:rPr>
              <a:t>expect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r>
              <a:rPr lang="en-US" sz="2400" b="0" dirty="0" err="1">
                <a:solidFill>
                  <a:srgbClr val="001080"/>
                </a:solidFill>
                <a:effectLst/>
                <a:latin typeface="Consolas" panose="020B0609020204030204" pitchFamily="49" charset="0"/>
              </a:rPr>
              <a:t>db</a:t>
            </a:r>
            <a:r>
              <a:rPr lang="en-US" sz="2400" b="0" dirty="0" err="1">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getTranscript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r>
              <a:rPr lang="en-US" sz="2400" b="0" dirty="0" err="1">
                <a:solidFill>
                  <a:srgbClr val="795E26"/>
                </a:solidFill>
                <a:effectLst/>
                <a:latin typeface="Consolas" panose="020B0609020204030204" pitchFamily="49" charset="0"/>
              </a:rPr>
              <a:t>toThrowError</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729926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5570-A104-5A42-4842-1916086662FE}"/>
              </a:ext>
            </a:extLst>
          </p:cNvPr>
          <p:cNvSpPr>
            <a:spLocks noGrp="1"/>
          </p:cNvSpPr>
          <p:nvPr>
            <p:ph type="title"/>
          </p:nvPr>
        </p:nvSpPr>
        <p:spPr/>
        <p:txBody>
          <a:bodyPr>
            <a:normAutofit/>
          </a:bodyPr>
          <a:lstStyle/>
          <a:p>
            <a:r>
              <a:rPr lang="en-US" sz="3600" dirty="0"/>
              <a:t>Now we can write some code </a:t>
            </a:r>
          </a:p>
        </p:txBody>
      </p:sp>
      <p:sp>
        <p:nvSpPr>
          <p:cNvPr id="4" name="Slide Number Placeholder 3">
            <a:extLst>
              <a:ext uri="{FF2B5EF4-FFF2-40B4-BE49-F238E27FC236}">
                <a16:creationId xmlns:a16="http://schemas.microsoft.com/office/drawing/2014/main" id="{E3C3F415-8138-109D-2A07-21772E35CB52}"/>
              </a:ext>
            </a:extLst>
          </p:cNvPr>
          <p:cNvSpPr>
            <a:spLocks noGrp="1"/>
          </p:cNvSpPr>
          <p:nvPr>
            <p:ph type="sldNum" sz="quarter" idx="12"/>
          </p:nvPr>
        </p:nvSpPr>
        <p:spPr/>
        <p:txBody>
          <a:bodyPr/>
          <a:lstStyle/>
          <a:p>
            <a:fld id="{20F37917-FD3A-4669-9018-DA04BCDD3D75}" type="slidenum">
              <a:rPr lang="en-US" smtClean="0"/>
              <a:t>26</a:t>
            </a:fld>
            <a:endParaRPr lang="en-US"/>
          </a:p>
        </p:txBody>
      </p:sp>
      <p:sp>
        <p:nvSpPr>
          <p:cNvPr id="6" name="TextBox 5">
            <a:extLst>
              <a:ext uri="{FF2B5EF4-FFF2-40B4-BE49-F238E27FC236}">
                <a16:creationId xmlns:a16="http://schemas.microsoft.com/office/drawing/2014/main" id="{8E663869-45E0-1FE7-42CA-A01A81DE6B66}"/>
              </a:ext>
            </a:extLst>
          </p:cNvPr>
          <p:cNvSpPr txBox="1"/>
          <p:nvPr/>
        </p:nvSpPr>
        <p:spPr>
          <a:xfrm>
            <a:off x="838200" y="1627530"/>
            <a:ext cx="10515599" cy="442685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StudentName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CourseID</a:t>
            </a:r>
            <a:r>
              <a:rPr lang="en-US" b="0" dirty="0">
                <a:solidFill>
                  <a:srgbClr val="000000"/>
                </a:solidFill>
                <a:effectLst/>
                <a:latin typeface="Consolas" panose="020B0609020204030204" pitchFamily="49" charset="0"/>
              </a:rPr>
              <a:t>, Grade, Transcript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"./Types"</a:t>
            </a:r>
            <a:r>
              <a:rPr lang="en-US" b="0" dirty="0">
                <a:solidFill>
                  <a:srgbClr val="000000"/>
                </a:solidFill>
                <a:effectLst/>
                <a:latin typeface="Consolas" panose="020B0609020204030204" pitchFamily="49" charset="0"/>
              </a:rPr>
              <a:t>;</a:t>
            </a:r>
          </a:p>
          <a:p>
            <a:pPr>
              <a:buNone/>
            </a:pPr>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ITranscriptService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transcriptService.interface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default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TranscriptService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ITranscriptService</a:t>
            </a:r>
            <a:r>
              <a:rPr lang="en-US" b="0" dirty="0">
                <a:solidFill>
                  <a:srgbClr val="000000"/>
                </a:solidFill>
                <a:effectLst/>
                <a:latin typeface="Consolas" panose="020B0609020204030204" pitchFamily="49" charset="0"/>
              </a:rPr>
              <a:t> {</a:t>
            </a:r>
            <a:br>
              <a:rPr lang="en-US" b="0" dirty="0">
                <a:solidFill>
                  <a:srgbClr val="000000"/>
                </a:solidFill>
                <a:effectLst/>
                <a:latin typeface="Consolas" panose="020B0609020204030204" pitchFamily="49" charset="0"/>
              </a:rPr>
            </a:b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the list of transcripts in the database */</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transcripts: Transcript[] = []</a:t>
            </a:r>
            <a:br>
              <a:rPr lang="en-US" b="0" dirty="0">
                <a:solidFill>
                  <a:srgbClr val="000000"/>
                </a:solidFill>
                <a:effectLst/>
                <a:latin typeface="Consolas" panose="020B0609020204030204" pitchFamily="49" charset="0"/>
              </a:rPr>
            </a:b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the last assigned student ID </a:t>
            </a: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 </a:t>
            </a:r>
            <a:r>
              <a:rPr lang="en-US" b="0" dirty="0">
                <a:solidFill>
                  <a:srgbClr val="0000FF"/>
                </a:solidFill>
                <a:effectLst/>
                <a:latin typeface="Consolas" panose="020B0609020204030204" pitchFamily="49" charset="0"/>
              </a:rPr>
              <a:t>@note</a:t>
            </a:r>
            <a:r>
              <a:rPr lang="en-US" b="0" dirty="0">
                <a:solidFill>
                  <a:srgbClr val="008000"/>
                </a:solidFill>
                <a:effectLst/>
                <a:latin typeface="Consolas" panose="020B0609020204030204" pitchFamily="49" charset="0"/>
              </a:rPr>
              <a:t> Assumes </a:t>
            </a:r>
            <a:r>
              <a:rPr lang="en-US" b="0" dirty="0" err="1">
                <a:solidFill>
                  <a:srgbClr val="008000"/>
                </a:solidFill>
                <a:effectLst/>
                <a:latin typeface="Consolas" panose="020B0609020204030204" pitchFamily="49" charset="0"/>
              </a:rPr>
              <a:t>studentID</a:t>
            </a:r>
            <a:r>
              <a:rPr lang="en-US" b="0" dirty="0">
                <a:solidFill>
                  <a:srgbClr val="008000"/>
                </a:solidFill>
                <a:effectLst/>
                <a:latin typeface="Consolas" panose="020B0609020204030204" pitchFamily="49" charset="0"/>
              </a:rPr>
              <a:t> is Number</a:t>
            </a:r>
            <a:endParaRPr lang="en-US" b="0" dirty="0">
              <a:solidFill>
                <a:srgbClr val="000000"/>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pPr>
              <a:buNone/>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lastID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this should be private to </a:t>
            </a:r>
            <a:r>
              <a:rPr lang="en-US" b="0" dirty="0" err="1">
                <a:solidFill>
                  <a:srgbClr val="008000"/>
                </a:solidFill>
                <a:effectLst/>
                <a:latin typeface="Consolas" panose="020B0609020204030204" pitchFamily="49" charset="0"/>
              </a:rPr>
              <a:t>nextID</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nextID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StudentID</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.lastID</a:t>
            </a:r>
            <a:r>
              <a:rPr lang="en-US" b="0" dirty="0">
                <a:solidFill>
                  <a:srgbClr val="000000"/>
                </a:solidFill>
                <a:effectLst/>
                <a:latin typeface="Consolas" panose="020B0609020204030204" pitchFamily="49" charset="0"/>
              </a:rPr>
              <a:t>++ }</a:t>
            </a:r>
          </a:p>
          <a:p>
            <a:endParaRPr lang="en-US" dirty="0">
              <a:solidFill>
                <a:srgbClr val="000000"/>
              </a:solidFill>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 }</a:t>
            </a:r>
          </a:p>
          <a:p>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608626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471A-2D40-7646-0ED3-3FB302EF02B0}"/>
              </a:ext>
            </a:extLst>
          </p:cNvPr>
          <p:cNvSpPr>
            <a:spLocks noGrp="1"/>
          </p:cNvSpPr>
          <p:nvPr>
            <p:ph type="title"/>
          </p:nvPr>
        </p:nvSpPr>
        <p:spPr/>
        <p:txBody>
          <a:bodyPr/>
          <a:lstStyle/>
          <a:p>
            <a:r>
              <a:rPr lang="en-US" dirty="0"/>
              <a:t>Code (2)</a:t>
            </a:r>
          </a:p>
        </p:txBody>
      </p:sp>
      <p:sp>
        <p:nvSpPr>
          <p:cNvPr id="4" name="Slide Number Placeholder 3">
            <a:extLst>
              <a:ext uri="{FF2B5EF4-FFF2-40B4-BE49-F238E27FC236}">
                <a16:creationId xmlns:a16="http://schemas.microsoft.com/office/drawing/2014/main" id="{3FF14A2D-31CA-4866-6F17-EFDC4377E827}"/>
              </a:ext>
            </a:extLst>
          </p:cNvPr>
          <p:cNvSpPr>
            <a:spLocks noGrp="1"/>
          </p:cNvSpPr>
          <p:nvPr>
            <p:ph type="sldNum" sz="quarter" idx="12"/>
          </p:nvPr>
        </p:nvSpPr>
        <p:spPr/>
        <p:txBody>
          <a:bodyPr/>
          <a:lstStyle/>
          <a:p>
            <a:fld id="{20F37917-FD3A-4669-9018-DA04BCDD3D75}" type="slidenum">
              <a:rPr lang="en-US" smtClean="0"/>
              <a:t>27</a:t>
            </a:fld>
            <a:endParaRPr lang="en-US"/>
          </a:p>
        </p:txBody>
      </p:sp>
      <p:sp>
        <p:nvSpPr>
          <p:cNvPr id="6" name="TextBox 5">
            <a:extLst>
              <a:ext uri="{FF2B5EF4-FFF2-40B4-BE49-F238E27FC236}">
                <a16:creationId xmlns:a16="http://schemas.microsoft.com/office/drawing/2014/main" id="{FF22B922-145E-29BD-A99E-6AB5EB987C2D}"/>
              </a:ext>
            </a:extLst>
          </p:cNvPr>
          <p:cNvSpPr txBox="1"/>
          <p:nvPr/>
        </p:nvSpPr>
        <p:spPr>
          <a:xfrm>
            <a:off x="838200" y="1786343"/>
            <a:ext cx="10756900" cy="532453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2000" b="0" dirty="0">
                <a:solidFill>
                  <a:srgbClr val="008000"/>
                </a:solidFill>
                <a:effectLst/>
                <a:latin typeface="Consolas" panose="020B0609020204030204" pitchFamily="49" charset="0"/>
              </a:rPr>
              <a:t>/** Adds a new student to the database</a:t>
            </a:r>
            <a:endParaRPr lang="en-US" sz="2000" b="0" dirty="0">
              <a:solidFill>
                <a:srgbClr val="000000"/>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@param</a:t>
            </a:r>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StudentName</a:t>
            </a:r>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newName</a:t>
            </a:r>
            <a:r>
              <a:rPr lang="en-US" sz="2000" b="0" dirty="0">
                <a:solidFill>
                  <a:srgbClr val="008000"/>
                </a:solidFill>
                <a:effectLst/>
                <a:latin typeface="Consolas" panose="020B0609020204030204" pitchFamily="49" charset="0"/>
              </a:rPr>
              <a:t> - the name of the student</a:t>
            </a:r>
            <a:endParaRPr lang="en-US" sz="2000" b="0" dirty="0">
              <a:solidFill>
                <a:srgbClr val="000000"/>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@returns</a:t>
            </a:r>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StudentID</a:t>
            </a:r>
            <a:r>
              <a:rPr lang="en-US" sz="2000" b="0" dirty="0">
                <a:solidFill>
                  <a:srgbClr val="008000"/>
                </a:solidFill>
                <a:effectLst/>
                <a:latin typeface="Consolas" panose="020B0609020204030204" pitchFamily="49" charset="0"/>
              </a:rPr>
              <a:t>} - the newly-assigned ID for the new student</a:t>
            </a:r>
            <a:endParaRPr lang="en-US" sz="2000" b="0" dirty="0">
              <a:solidFill>
                <a:srgbClr val="000000"/>
              </a:solidFill>
              <a:effectLst/>
              <a:latin typeface="Consolas" panose="020B0609020204030204" pitchFamily="49" charset="0"/>
            </a:endParaRPr>
          </a:p>
          <a:p>
            <a:pPr>
              <a:buNone/>
            </a:pPr>
            <a:r>
              <a:rPr lang="en-US" sz="2000" b="0" dirty="0">
                <a:solidFill>
                  <a:srgbClr val="008000"/>
                </a:solidFill>
                <a:effectLst/>
                <a:latin typeface="Consolas" panose="020B0609020204030204" pitchFamily="49" charset="0"/>
              </a:rPr>
              <a:t>     */</a:t>
            </a:r>
            <a:endParaRPr lang="en-US" sz="2000" b="0" dirty="0">
              <a:solidFill>
                <a:srgbClr val="000000"/>
              </a:solidFill>
              <a:effectLst/>
              <a:latin typeface="Consolas" panose="020B0609020204030204" pitchFamily="49" charset="0"/>
            </a:endParaRPr>
          </a:p>
          <a:p>
            <a:pPr>
              <a:buNone/>
            </a:pP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addStudent</a:t>
            </a:r>
            <a:r>
              <a:rPr lang="en-US" sz="2000" b="0" dirty="0">
                <a:solidFill>
                  <a:srgbClr val="000000"/>
                </a:solidFill>
                <a:effectLst/>
                <a:latin typeface="Consolas" panose="020B0609020204030204" pitchFamily="49" charset="0"/>
              </a:rPr>
              <a:t>(</a:t>
            </a:r>
            <a:r>
              <a:rPr lang="en-US" sz="2000" b="0" dirty="0" err="1">
                <a:solidFill>
                  <a:srgbClr val="000000"/>
                </a:solidFill>
                <a:effectLst/>
                <a:latin typeface="Consolas" panose="020B0609020204030204" pitchFamily="49" charset="0"/>
              </a:rPr>
              <a:t>newName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StudentName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StudentID</a:t>
            </a:r>
            <a:r>
              <a:rPr lang="en-US" sz="2000" b="0" dirty="0">
                <a:solidFill>
                  <a:srgbClr val="000000"/>
                </a:solidFill>
                <a:effectLst/>
                <a:latin typeface="Consolas" panose="020B0609020204030204" pitchFamily="49" charset="0"/>
              </a:rPr>
              <a:t> {</a:t>
            </a:r>
          </a:p>
          <a:p>
            <a:pPr>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newID</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StudentID</a:t>
            </a:r>
            <a:r>
              <a:rPr lang="en-US" sz="2000" b="0" dirty="0">
                <a:solidFill>
                  <a:srgbClr val="000000"/>
                </a:solidFill>
                <a:effectLst/>
                <a:latin typeface="Consolas" panose="020B0609020204030204" pitchFamily="49" charset="0"/>
              </a:rPr>
              <a:t> = </a:t>
            </a:r>
            <a:r>
              <a:rPr lang="en-US" sz="2000" b="0" dirty="0" err="1">
                <a:solidFill>
                  <a:srgbClr val="0000FF"/>
                </a:solidFill>
                <a:effectLst/>
                <a:latin typeface="Consolas" panose="020B0609020204030204" pitchFamily="49" charset="0"/>
              </a:rPr>
              <a:t>this</a:t>
            </a:r>
            <a:r>
              <a:rPr lang="en-US" sz="2000" b="0" dirty="0" err="1">
                <a:solidFill>
                  <a:srgbClr val="000000"/>
                </a:solidFill>
                <a:effectLst/>
                <a:latin typeface="Consolas" panose="020B0609020204030204" pitchFamily="49" charset="0"/>
              </a:rPr>
              <a:t>.nextID</a:t>
            </a:r>
            <a:r>
              <a:rPr lang="en-US" sz="2000" b="0" dirty="0">
                <a:solidFill>
                  <a:srgbClr val="000000"/>
                </a:solidFill>
                <a:effectLst/>
                <a:latin typeface="Consolas" panose="020B0609020204030204" pitchFamily="49" charset="0"/>
              </a:rPr>
              <a:t>()</a:t>
            </a:r>
          </a:p>
          <a:p>
            <a:pPr>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newTranscript</a:t>
            </a:r>
            <a:r>
              <a:rPr lang="en-US" sz="2000" b="0" dirty="0">
                <a:solidFill>
                  <a:srgbClr val="000000"/>
                </a:solidFill>
                <a:effectLst/>
                <a:latin typeface="Consolas" panose="020B0609020204030204" pitchFamily="49" charset="0"/>
              </a:rPr>
              <a:t>: Transcript = {</a:t>
            </a:r>
          </a:p>
          <a:p>
            <a:pPr>
              <a:buNone/>
            </a:pP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studentID</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newID</a:t>
            </a:r>
            <a:r>
              <a:rPr lang="en-US" sz="2000" b="0" dirty="0">
                <a:solidFill>
                  <a:srgbClr val="000000"/>
                </a:solidFill>
                <a:effectLst/>
                <a:latin typeface="Consolas" panose="020B0609020204030204" pitchFamily="49" charset="0"/>
              </a:rPr>
              <a:t>,</a:t>
            </a:r>
          </a:p>
          <a:p>
            <a:pPr>
              <a:buNone/>
            </a:pP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studentName</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newName</a:t>
            </a:r>
            <a:r>
              <a:rPr lang="en-US" sz="2000" b="0" dirty="0">
                <a:solidFill>
                  <a:srgbClr val="000000"/>
                </a:solidFill>
                <a:effectLst/>
                <a:latin typeface="Consolas" panose="020B0609020204030204" pitchFamily="49" charset="0"/>
              </a:rPr>
              <a:t>,</a:t>
            </a:r>
          </a:p>
          <a:p>
            <a:pPr>
              <a:buNone/>
            </a:pPr>
            <a:r>
              <a:rPr lang="en-US" sz="2000" b="0" dirty="0">
                <a:solidFill>
                  <a:srgbClr val="000000"/>
                </a:solidFill>
                <a:effectLst/>
                <a:latin typeface="Consolas" panose="020B0609020204030204" pitchFamily="49" charset="0"/>
              </a:rPr>
              <a:t>            courses: [] </a:t>
            </a:r>
            <a:r>
              <a:rPr lang="en-US" sz="2000" b="0" dirty="0">
                <a:solidFill>
                  <a:srgbClr val="008000"/>
                </a:solidFill>
                <a:effectLst/>
                <a:latin typeface="Consolas" panose="020B0609020204030204" pitchFamily="49" charset="0"/>
              </a:rPr>
              <a:t>// initially no courses</a:t>
            </a:r>
            <a:endParaRPr lang="en-US" sz="2000" b="0" dirty="0">
              <a:solidFill>
                <a:srgbClr val="000000"/>
              </a:solidFill>
              <a:effectLst/>
              <a:latin typeface="Consolas" panose="020B0609020204030204" pitchFamily="49" charset="0"/>
            </a:endParaRPr>
          </a:p>
          <a:p>
            <a:pPr>
              <a:buNone/>
            </a:pPr>
            <a:r>
              <a:rPr lang="en-US" sz="2000" b="0" dirty="0">
                <a:solidFill>
                  <a:srgbClr val="000000"/>
                </a:solidFill>
                <a:effectLst/>
                <a:latin typeface="Consolas" panose="020B0609020204030204" pitchFamily="49" charset="0"/>
              </a:rPr>
              <a:t>        };</a:t>
            </a:r>
          </a:p>
          <a:p>
            <a:pPr>
              <a:buNone/>
            </a:pPr>
            <a:r>
              <a:rPr lang="en-US" sz="2000" b="0" dirty="0">
                <a:solidFill>
                  <a:srgbClr val="000000"/>
                </a:solidFill>
                <a:effectLst/>
                <a:latin typeface="Consolas" panose="020B0609020204030204" pitchFamily="49" charset="0"/>
              </a:rPr>
              <a:t>        </a:t>
            </a:r>
            <a:r>
              <a:rPr lang="en-US" sz="2000" b="0" dirty="0" err="1">
                <a:solidFill>
                  <a:srgbClr val="0000FF"/>
                </a:solidFill>
                <a:effectLst/>
                <a:latin typeface="Consolas" panose="020B0609020204030204" pitchFamily="49" charset="0"/>
              </a:rPr>
              <a:t>this</a:t>
            </a:r>
            <a:r>
              <a:rPr lang="en-US" sz="2000" b="0" dirty="0" err="1">
                <a:solidFill>
                  <a:srgbClr val="000000"/>
                </a:solidFill>
                <a:effectLst/>
                <a:latin typeface="Consolas" panose="020B0609020204030204" pitchFamily="49" charset="0"/>
              </a:rPr>
              <a:t>.transcripts.push</a:t>
            </a:r>
            <a:r>
              <a:rPr lang="en-US" sz="2000" b="0" dirty="0">
                <a:solidFill>
                  <a:srgbClr val="000000"/>
                </a:solidFill>
                <a:effectLst/>
                <a:latin typeface="Consolas" panose="020B0609020204030204" pitchFamily="49" charset="0"/>
              </a:rPr>
              <a:t>(</a:t>
            </a:r>
            <a:r>
              <a:rPr lang="en-US" sz="2000" b="0" dirty="0" err="1">
                <a:solidFill>
                  <a:srgbClr val="000000"/>
                </a:solidFill>
                <a:effectLst/>
                <a:latin typeface="Consolas" panose="020B0609020204030204" pitchFamily="49" charset="0"/>
              </a:rPr>
              <a:t>newTranscript</a:t>
            </a:r>
            <a:r>
              <a:rPr lang="en-US" sz="2000" b="0" dirty="0">
                <a:solidFill>
                  <a:srgbClr val="000000"/>
                </a:solidFill>
                <a:effectLst/>
                <a:latin typeface="Consolas" panose="020B0609020204030204" pitchFamily="49" charset="0"/>
              </a:rPr>
              <a:t>)</a:t>
            </a:r>
          </a:p>
          <a:p>
            <a:pPr>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newID</a:t>
            </a:r>
            <a:endParaRPr lang="en-US" sz="2000" b="0" dirty="0">
              <a:solidFill>
                <a:srgbClr val="000000"/>
              </a:solidFill>
              <a:effectLst/>
              <a:latin typeface="Consolas" panose="020B0609020204030204" pitchFamily="49" charset="0"/>
            </a:endParaRPr>
          </a:p>
          <a:p>
            <a:pPr>
              <a:buNone/>
            </a:pPr>
            <a:r>
              <a:rPr lang="en-US" sz="2000" b="0" dirty="0">
                <a:solidFill>
                  <a:srgbClr val="000000"/>
                </a:solidFill>
                <a:effectLst/>
                <a:latin typeface="Consolas" panose="020B0609020204030204" pitchFamily="49" charset="0"/>
              </a:rPr>
              <a:t>    }</a:t>
            </a:r>
          </a:p>
          <a:p>
            <a:br>
              <a:rPr lang="en-US" sz="2000" b="0" dirty="0">
                <a:solidFill>
                  <a:srgbClr val="000000"/>
                </a:solidFill>
                <a:effectLst/>
                <a:latin typeface="Consolas" panose="020B0609020204030204" pitchFamily="49" charset="0"/>
              </a:rPr>
            </a:br>
            <a:br>
              <a:rPr lang="en-US" sz="20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100294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1732057"/>
            <a:ext cx="10773578"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b="0" dirty="0" err="1">
                <a:solidFill>
                  <a:srgbClr val="795E26"/>
                </a:solidFill>
                <a:effectLst/>
                <a:latin typeface="Consolas" panose="020B0609020204030204" pitchFamily="49" charset="0"/>
              </a:rPr>
              <a:t>beforeEach</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db.initialize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describe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addStudent</a:t>
            </a:r>
            <a:r>
              <a:rPr lang="en-US" b="0" dirty="0">
                <a:solidFill>
                  <a:srgbClr val="A31515"/>
                </a:solidFill>
                <a:effectLst/>
                <a:latin typeface="Consolas" panose="020B0609020204030204" pitchFamily="49" charset="0"/>
              </a:rPr>
              <a:t> should add a student to the database'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nameToIDs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id1</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addStudent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db</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nameToIDs</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blair</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toEqual</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id1</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endParaRPr lang="en-US"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28</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4032487" y="1449517"/>
            <a:ext cx="5111827" cy="1285021"/>
            <a:chOff x="3712684" y="2558296"/>
            <a:chExt cx="5111827"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5328450" y="2558296"/>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stCxn id="9" idx="1"/>
            </p:cNvCxnSpPr>
            <p:nvPr/>
          </p:nvCxnSpPr>
          <p:spPr>
            <a:xfrm flipH="1">
              <a:off x="3712684" y="3200807"/>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24021" y="5065792"/>
            <a:ext cx="9648463" cy="1290558"/>
          </a:xfrm>
        </p:spPr>
        <p:txBody>
          <a:bodyPr>
            <a:normAutofit/>
          </a:bodyPr>
          <a:lstStyle/>
          <a:p>
            <a:r>
              <a:rPr lang="en-US" dirty="0"/>
              <a:t>Our test left a student in our database at the end of the test.</a:t>
            </a:r>
          </a:p>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Tree>
    <p:extLst>
      <p:ext uri="{BB962C8B-B14F-4D97-AF65-F5344CB8AC3E}">
        <p14:creationId xmlns:p14="http://schemas.microsoft.com/office/powerpoint/2010/main" val="939554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prepared to </a:t>
            </a:r>
          </a:p>
          <a:p>
            <a:pPr lvl="1"/>
            <a:r>
              <a:rPr lang="en-US" dirty="0"/>
              <a:t>Explain the basics of the Test-Driven Design</a:t>
            </a:r>
          </a:p>
          <a:p>
            <a:pPr lvl="1"/>
            <a:r>
              <a:rPr lang="en-US" dirty="0"/>
              <a:t>Develop simple applications using Typescript and Jest</a:t>
            </a:r>
          </a:p>
          <a:p>
            <a:pPr lvl="1"/>
            <a:r>
              <a:rPr lang="en-US" dirty="0"/>
              <a:t>Learn more about Typescript and Jest from tutorials, blog posts, and documentation</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29</a:t>
            </a:fld>
            <a:endParaRPr lang="en-US"/>
          </a:p>
        </p:txBody>
      </p:sp>
    </p:spTree>
    <p:extLst>
      <p:ext uri="{BB962C8B-B14F-4D97-AF65-F5344CB8AC3E}">
        <p14:creationId xmlns:p14="http://schemas.microsoft.com/office/powerpoint/2010/main" val="2850543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22134</TotalTime>
  <Words>3452</Words>
  <Application>Microsoft Macintosh PowerPoint</Application>
  <PresentationFormat>Widescreen</PresentationFormat>
  <Paragraphs>372</Paragraphs>
  <Slides>29</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Verdana</vt:lpstr>
      <vt:lpstr>Consolas</vt:lpstr>
      <vt:lpstr>Calibri</vt:lpstr>
      <vt:lpstr>Helvetica Neue</vt:lpstr>
      <vt:lpstr>Office Theme</vt:lpstr>
      <vt:lpstr>CS 4530: Fundamentals of Software Engineering  Module 2: From Requirements to Code: Test-Driven Development</vt:lpstr>
      <vt:lpstr>Learning Goals for this Lesson</vt:lpstr>
      <vt:lpstr>Non-Goals for this Lesson</vt:lpstr>
      <vt:lpstr>Review: How to make sure we are building the right thing</vt:lpstr>
      <vt:lpstr>Test Driven Development (TDD)</vt:lpstr>
      <vt:lpstr>The TDD Cycle</vt:lpstr>
      <vt:lpstr>Analyze and Negotiate</vt:lpstr>
      <vt:lpstr>Design and Negotiate</vt:lpstr>
      <vt:lpstr>Example: a Transcript database User Story</vt:lpstr>
      <vt:lpstr>Conditions of Satisfaction </vt:lpstr>
      <vt:lpstr>Analyze/Negotiate: what data do we need to worry about?</vt:lpstr>
      <vt:lpstr>Design: Types.ts</vt:lpstr>
      <vt:lpstr>Analyze/Negotiate: How are these behaviors to be delivered?</vt:lpstr>
      <vt:lpstr>More analysis/design/negotiation</vt:lpstr>
      <vt:lpstr>And still more analysis/negotiation</vt:lpstr>
      <vt:lpstr>Our next step is to turn these satisfaction conditions into testable behaviors </vt:lpstr>
      <vt:lpstr>transcriptService.interface.ts</vt:lpstr>
      <vt:lpstr>Now we can write down some testable behaviors.</vt:lpstr>
      <vt:lpstr>A tiny example of Jest: jestSample.test.ts </vt:lpstr>
      <vt:lpstr>Now we can start writing tests</vt:lpstr>
      <vt:lpstr>Most tests are in AAA form: Assemble/Act/Assess</vt:lpstr>
      <vt:lpstr>Tests (2)</vt:lpstr>
      <vt:lpstr>Tests (3)</vt:lpstr>
      <vt:lpstr>Tests (4)</vt:lpstr>
      <vt:lpstr>Tests (5)</vt:lpstr>
      <vt:lpstr>Now we can write some code </vt:lpstr>
      <vt:lpstr>Code (2)</vt:lpstr>
      <vt:lpstr>A quick word about cleanup</vt:lpstr>
      <vt:lpstr>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223</cp:revision>
  <dcterms:created xsi:type="dcterms:W3CDTF">2021-01-07T15:19:22Z</dcterms:created>
  <dcterms:modified xsi:type="dcterms:W3CDTF">2025-12-21T03:42:32Z</dcterms:modified>
</cp:coreProperties>
</file>